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9" r:id="rId7"/>
    <p:sldId id="278" r:id="rId8"/>
    <p:sldId id="263" r:id="rId9"/>
    <p:sldId id="264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9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DE2CA-07B1-4AAC-AEDC-89CFDAF2536C}" v="7" dt="2025-01-22T16:47:28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Hewitt" userId="b93797f7-18d5-48f7-8817-8d0d65883389" providerId="ADAL" clId="{324DE2CA-07B1-4AAC-AEDC-89CFDAF2536C}"/>
    <pc:docChg chg="undo custSel addSld delSld modSld">
      <pc:chgData name="Sarah Hewitt" userId="b93797f7-18d5-48f7-8817-8d0d65883389" providerId="ADAL" clId="{324DE2CA-07B1-4AAC-AEDC-89CFDAF2536C}" dt="2025-01-27T12:14:17.641" v="1596" actId="27636"/>
      <pc:docMkLst>
        <pc:docMk/>
      </pc:docMkLst>
      <pc:sldChg chg="addSp delSp modSp mod delDesignElem">
        <pc:chgData name="Sarah Hewitt" userId="b93797f7-18d5-48f7-8817-8d0d65883389" providerId="ADAL" clId="{324DE2CA-07B1-4AAC-AEDC-89CFDAF2536C}" dt="2025-01-21T16:02:11.344" v="29" actId="478"/>
        <pc:sldMkLst>
          <pc:docMk/>
          <pc:sldMk cId="699606805" sldId="256"/>
        </pc:sldMkLst>
        <pc:spChg chg="mod">
          <ac:chgData name="Sarah Hewitt" userId="b93797f7-18d5-48f7-8817-8d0d65883389" providerId="ADAL" clId="{324DE2CA-07B1-4AAC-AEDC-89CFDAF2536C}" dt="2025-01-21T16:02:05.811" v="28" actId="20577"/>
          <ac:spMkLst>
            <pc:docMk/>
            <pc:sldMk cId="699606805" sldId="256"/>
            <ac:spMk id="2" creationId="{66261C1D-D73A-445C-BDFB-C551BE252ED2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699606805" sldId="256"/>
            <ac:spMk id="8" creationId="{23962611-DFD5-4092-AAFD-559E3DFCE2C9}"/>
          </ac:spMkLst>
        </pc:spChg>
        <pc:picChg chg="add del">
          <ac:chgData name="Sarah Hewitt" userId="b93797f7-18d5-48f7-8817-8d0d65883389" providerId="ADAL" clId="{324DE2CA-07B1-4AAC-AEDC-89CFDAF2536C}" dt="2025-01-21T16:01:54.559" v="20"/>
          <ac:picMkLst>
            <pc:docMk/>
            <pc:sldMk cId="699606805" sldId="256"/>
            <ac:picMk id="10" creationId="{2270F1FA-0425-408F-9861-80BF5AFB276D}"/>
          </ac:picMkLst>
        </pc:picChg>
      </pc:sldChg>
      <pc:sldChg chg="delSp modSp mod">
        <pc:chgData name="Sarah Hewitt" userId="b93797f7-18d5-48f7-8817-8d0d65883389" providerId="ADAL" clId="{324DE2CA-07B1-4AAC-AEDC-89CFDAF2536C}" dt="2025-01-21T16:02:17.618" v="30" actId="478"/>
        <pc:sldMkLst>
          <pc:docMk/>
          <pc:sldMk cId="4293797441" sldId="257"/>
        </pc:sldMkLst>
      </pc:sldChg>
      <pc:sldChg chg="modSp del">
        <pc:chgData name="Sarah Hewitt" userId="b93797f7-18d5-48f7-8817-8d0d65883389" providerId="ADAL" clId="{324DE2CA-07B1-4AAC-AEDC-89CFDAF2536C}" dt="2025-01-21T16:02:22.422" v="31" actId="47"/>
        <pc:sldMkLst>
          <pc:docMk/>
          <pc:sldMk cId="1125773290" sldId="258"/>
        </pc:sldMkLst>
      </pc:sldChg>
      <pc:sldChg chg="addSp delSp modSp mod delDesignElem">
        <pc:chgData name="Sarah Hewitt" userId="b93797f7-18d5-48f7-8817-8d0d65883389" providerId="ADAL" clId="{324DE2CA-07B1-4AAC-AEDC-89CFDAF2536C}" dt="2025-01-21T16:02:41.845" v="32" actId="478"/>
        <pc:sldMkLst>
          <pc:docMk/>
          <pc:sldMk cId="2816922815" sldId="259"/>
        </pc:sldMkLst>
        <pc:spChg chg="mod">
          <ac:chgData name="Sarah Hewitt" userId="b93797f7-18d5-48f7-8817-8d0d65883389" providerId="ADAL" clId="{324DE2CA-07B1-4AAC-AEDC-89CFDAF2536C}" dt="2025-01-21T16:01:53.958" v="19"/>
          <ac:spMkLst>
            <pc:docMk/>
            <pc:sldMk cId="2816922815" sldId="259"/>
            <ac:spMk id="3" creationId="{7022042F-B1D2-477D-8C3D-02EBB394204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816922815" sldId="259"/>
            <ac:spMk id="8" creationId="{4351DFE5-F63D-4BE0-BDA9-E3EB88F01AA5}"/>
          </ac:spMkLst>
        </pc:spChg>
        <pc:picChg chg="add del">
          <ac:chgData name="Sarah Hewitt" userId="b93797f7-18d5-48f7-8817-8d0d65883389" providerId="ADAL" clId="{324DE2CA-07B1-4AAC-AEDC-89CFDAF2536C}" dt="2025-01-21T16:01:54.559" v="20"/>
          <ac:picMkLst>
            <pc:docMk/>
            <pc:sldMk cId="2816922815" sldId="259"/>
            <ac:picMk id="10" creationId="{3AA16612-ACD2-4A16-8F2B-4514FD6BF28F}"/>
          </ac:picMkLst>
        </pc:picChg>
      </pc:sldChg>
      <pc:sldChg chg="addSp delSp modSp del mod delDesignElem">
        <pc:chgData name="Sarah Hewitt" userId="b93797f7-18d5-48f7-8817-8d0d65883389" providerId="ADAL" clId="{324DE2CA-07B1-4AAC-AEDC-89CFDAF2536C}" dt="2025-01-21T16:03:00.261" v="35" actId="47"/>
        <pc:sldMkLst>
          <pc:docMk/>
          <pc:sldMk cId="2734096045" sldId="260"/>
        </pc:sldMkLst>
      </pc:sldChg>
      <pc:sldChg chg="addSp delSp modSp mod delDesignElem">
        <pc:chgData name="Sarah Hewitt" userId="b93797f7-18d5-48f7-8817-8d0d65883389" providerId="ADAL" clId="{324DE2CA-07B1-4AAC-AEDC-89CFDAF2536C}" dt="2025-01-22T16:45:22.570" v="1583" actId="478"/>
        <pc:sldMkLst>
          <pc:docMk/>
          <pc:sldMk cId="584624346" sldId="262"/>
        </pc:sldMkLst>
        <pc:spChg chg="mod">
          <ac:chgData name="Sarah Hewitt" userId="b93797f7-18d5-48f7-8817-8d0d65883389" providerId="ADAL" clId="{324DE2CA-07B1-4AAC-AEDC-89CFDAF2536C}" dt="2025-01-21T16:14:30.809" v="759" actId="20577"/>
          <ac:spMkLst>
            <pc:docMk/>
            <pc:sldMk cId="584624346" sldId="262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584624346" sldId="262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584624346" sldId="262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584624346" sldId="262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584624346" sldId="262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584624346" sldId="262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584624346" sldId="262"/>
            <ac:spMk id="24" creationId="{14E91B64-9FCC-451E-AFB4-A827D6329367}"/>
          </ac:spMkLst>
        </pc:spChg>
      </pc:sldChg>
      <pc:sldChg chg="addSp delSp modSp mod delDesignElem">
        <pc:chgData name="Sarah Hewitt" userId="b93797f7-18d5-48f7-8817-8d0d65883389" providerId="ADAL" clId="{324DE2CA-07B1-4AAC-AEDC-89CFDAF2536C}" dt="2025-01-22T16:44:56.498" v="1581" actId="20577"/>
        <pc:sldMkLst>
          <pc:docMk/>
          <pc:sldMk cId="3290220702" sldId="263"/>
        </pc:sldMkLst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3290220702" sldId="263"/>
            <ac:spMk id="8" creationId="{4351DFE5-F63D-4BE0-BDA9-E3EB88F01AA5}"/>
          </ac:spMkLst>
        </pc:spChg>
        <pc:spChg chg="mod">
          <ac:chgData name="Sarah Hewitt" userId="b93797f7-18d5-48f7-8817-8d0d65883389" providerId="ADAL" clId="{324DE2CA-07B1-4AAC-AEDC-89CFDAF2536C}" dt="2025-01-21T16:05:10.068" v="72" actId="20577"/>
          <ac:spMkLst>
            <pc:docMk/>
            <pc:sldMk cId="3290220702" sldId="263"/>
            <ac:spMk id="13" creationId="{AACD5108-B991-40A9-B0C7-1899F2922FAC}"/>
          </ac:spMkLst>
        </pc:spChg>
        <pc:spChg chg="mod">
          <ac:chgData name="Sarah Hewitt" userId="b93797f7-18d5-48f7-8817-8d0d65883389" providerId="ADAL" clId="{324DE2CA-07B1-4AAC-AEDC-89CFDAF2536C}" dt="2025-01-22T16:44:52.881" v="1580" actId="20577"/>
          <ac:spMkLst>
            <pc:docMk/>
            <pc:sldMk cId="3290220702" sldId="263"/>
            <ac:spMk id="15" creationId="{CF003648-AD6E-40F5-877D-E792AEFFD54F}"/>
          </ac:spMkLst>
        </pc:spChg>
        <pc:spChg chg="mod">
          <ac:chgData name="Sarah Hewitt" userId="b93797f7-18d5-48f7-8817-8d0d65883389" providerId="ADAL" clId="{324DE2CA-07B1-4AAC-AEDC-89CFDAF2536C}" dt="2025-01-22T16:44:56.498" v="1581" actId="20577"/>
          <ac:spMkLst>
            <pc:docMk/>
            <pc:sldMk cId="3290220702" sldId="263"/>
            <ac:spMk id="17" creationId="{5A3CD563-0887-4C82-A712-9E29BD29487F}"/>
          </ac:spMkLst>
        </pc:spChg>
        <pc:spChg chg="mod">
          <ac:chgData name="Sarah Hewitt" userId="b93797f7-18d5-48f7-8817-8d0d65883389" providerId="ADAL" clId="{324DE2CA-07B1-4AAC-AEDC-89CFDAF2536C}" dt="2025-01-21T16:04:03.032" v="50" actId="20577"/>
          <ac:spMkLst>
            <pc:docMk/>
            <pc:sldMk cId="3290220702" sldId="263"/>
            <ac:spMk id="18" creationId="{B11EB844-53FC-465A-A373-07B9A38F801E}"/>
          </ac:spMkLst>
        </pc:spChg>
        <pc:spChg chg="mod">
          <ac:chgData name="Sarah Hewitt" userId="b93797f7-18d5-48f7-8817-8d0d65883389" providerId="ADAL" clId="{324DE2CA-07B1-4AAC-AEDC-89CFDAF2536C}" dt="2025-01-21T16:04:45.543" v="55" actId="20577"/>
          <ac:spMkLst>
            <pc:docMk/>
            <pc:sldMk cId="3290220702" sldId="263"/>
            <ac:spMk id="19" creationId="{7DBF41A2-3960-47D8-858D-23F91CE4DEFC}"/>
          </ac:spMkLst>
        </pc:spChg>
        <pc:spChg chg="mod">
          <ac:chgData name="Sarah Hewitt" userId="b93797f7-18d5-48f7-8817-8d0d65883389" providerId="ADAL" clId="{324DE2CA-07B1-4AAC-AEDC-89CFDAF2536C}" dt="2025-01-21T16:04:49.718" v="58" actId="20577"/>
          <ac:spMkLst>
            <pc:docMk/>
            <pc:sldMk cId="3290220702" sldId="263"/>
            <ac:spMk id="20" creationId="{1AF48B05-CCE9-4D61-9C99-7D0AC5F42CD8}"/>
          </ac:spMkLst>
        </pc:spChg>
        <pc:picChg chg="add del">
          <ac:chgData name="Sarah Hewitt" userId="b93797f7-18d5-48f7-8817-8d0d65883389" providerId="ADAL" clId="{324DE2CA-07B1-4AAC-AEDC-89CFDAF2536C}" dt="2025-01-21T16:01:54.559" v="20"/>
          <ac:picMkLst>
            <pc:docMk/>
            <pc:sldMk cId="3290220702" sldId="263"/>
            <ac:picMk id="10" creationId="{3AA16612-ACD2-4A16-8F2B-4514FD6BF28F}"/>
          </ac:picMkLst>
        </pc:picChg>
        <pc:cxnChg chg="add mod">
          <ac:chgData name="Sarah Hewitt" userId="b93797f7-18d5-48f7-8817-8d0d65883389" providerId="ADAL" clId="{324DE2CA-07B1-4AAC-AEDC-89CFDAF2536C}" dt="2025-01-21T16:05:48.610" v="75" actId="1076"/>
          <ac:cxnSpMkLst>
            <pc:docMk/>
            <pc:sldMk cId="3290220702" sldId="263"/>
            <ac:cxnSpMk id="4" creationId="{26705D3C-7586-D741-CC14-EC6D8B11A4FF}"/>
          </ac:cxnSpMkLst>
        </pc:cxnChg>
      </pc:sldChg>
      <pc:sldChg chg="addSp delSp modSp mod delDesignElem">
        <pc:chgData name="Sarah Hewitt" userId="b93797f7-18d5-48f7-8817-8d0d65883389" providerId="ADAL" clId="{324DE2CA-07B1-4AAC-AEDC-89CFDAF2536C}" dt="2025-01-22T16:46:13.165" v="1588"/>
        <pc:sldMkLst>
          <pc:docMk/>
          <pc:sldMk cId="2482199980" sldId="264"/>
        </pc:sldMkLst>
        <pc:spChg chg="mod">
          <ac:chgData name="Sarah Hewitt" userId="b93797f7-18d5-48f7-8817-8d0d65883389" providerId="ADAL" clId="{324DE2CA-07B1-4AAC-AEDC-89CFDAF2536C}" dt="2025-01-22T16:45:04.235" v="1582" actId="20577"/>
          <ac:spMkLst>
            <pc:docMk/>
            <pc:sldMk cId="2482199980" sldId="264"/>
            <ac:spMk id="3" creationId="{20AE69EE-257C-437E-9403-BBDCC62A56E0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82199980" sldId="264"/>
            <ac:spMk id="8" creationId="{4351DFE5-F63D-4BE0-BDA9-E3EB88F01AA5}"/>
          </ac:spMkLst>
        </pc:spChg>
        <pc:spChg chg="mod">
          <ac:chgData name="Sarah Hewitt" userId="b93797f7-18d5-48f7-8817-8d0d65883389" providerId="ADAL" clId="{324DE2CA-07B1-4AAC-AEDC-89CFDAF2536C}" dt="2025-01-22T16:46:13.165" v="1588"/>
          <ac:spMkLst>
            <pc:docMk/>
            <pc:sldMk cId="2482199980" sldId="264"/>
            <ac:spMk id="22" creationId="{14D9FE69-A3DB-4F2B-9F0C-E2203E736892}"/>
          </ac:spMkLst>
        </pc:spChg>
        <pc:spChg chg="mod">
          <ac:chgData name="Sarah Hewitt" userId="b93797f7-18d5-48f7-8817-8d0d65883389" providerId="ADAL" clId="{324DE2CA-07B1-4AAC-AEDC-89CFDAF2536C}" dt="2025-01-21T16:06:13.492" v="78" actId="20577"/>
          <ac:spMkLst>
            <pc:docMk/>
            <pc:sldMk cId="2482199980" sldId="264"/>
            <ac:spMk id="26" creationId="{40E9D306-1B5C-4E6D-936D-B209C07B2E3F}"/>
          </ac:spMkLst>
        </pc:spChg>
        <pc:spChg chg="mod">
          <ac:chgData name="Sarah Hewitt" userId="b93797f7-18d5-48f7-8817-8d0d65883389" providerId="ADAL" clId="{324DE2CA-07B1-4AAC-AEDC-89CFDAF2536C}" dt="2025-01-21T16:06:29.922" v="92" actId="20577"/>
          <ac:spMkLst>
            <pc:docMk/>
            <pc:sldMk cId="2482199980" sldId="264"/>
            <ac:spMk id="27" creationId="{51A565ED-4DA6-4400-84F2-A6B4B1DC9FAC}"/>
          </ac:spMkLst>
        </pc:spChg>
        <pc:picChg chg="add del">
          <ac:chgData name="Sarah Hewitt" userId="b93797f7-18d5-48f7-8817-8d0d65883389" providerId="ADAL" clId="{324DE2CA-07B1-4AAC-AEDC-89CFDAF2536C}" dt="2025-01-21T16:01:54.559" v="20"/>
          <ac:picMkLst>
            <pc:docMk/>
            <pc:sldMk cId="2482199980" sldId="264"/>
            <ac:picMk id="10" creationId="{3AA16612-ACD2-4A16-8F2B-4514FD6BF28F}"/>
          </ac:picMkLst>
        </pc:picChg>
      </pc:sldChg>
      <pc:sldChg chg="addSp delSp modSp mod delDesignElem">
        <pc:chgData name="Sarah Hewitt" userId="b93797f7-18d5-48f7-8817-8d0d65883389" providerId="ADAL" clId="{324DE2CA-07B1-4AAC-AEDC-89CFDAF2536C}" dt="2025-01-22T16:45:32.712" v="1585" actId="20577"/>
        <pc:sldMkLst>
          <pc:docMk/>
          <pc:sldMk cId="1875959327" sldId="266"/>
        </pc:sldMkLst>
        <pc:spChg chg="mod">
          <ac:chgData name="Sarah Hewitt" userId="b93797f7-18d5-48f7-8817-8d0d65883389" providerId="ADAL" clId="{324DE2CA-07B1-4AAC-AEDC-89CFDAF2536C}" dt="2025-01-22T16:45:32.712" v="1585" actId="20577"/>
          <ac:spMkLst>
            <pc:docMk/>
            <pc:sldMk cId="1875959327" sldId="266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1875959327" sldId="266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1875959327" sldId="266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1875959327" sldId="266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1875959327" sldId="266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1875959327" sldId="266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1875959327" sldId="266"/>
            <ac:spMk id="24" creationId="{14E91B64-9FCC-451E-AFB4-A827D6329367}"/>
          </ac:spMkLst>
        </pc:spChg>
      </pc:sldChg>
      <pc:sldChg chg="addSp delSp modSp mod delDesignElem">
        <pc:chgData name="Sarah Hewitt" userId="b93797f7-18d5-48f7-8817-8d0d65883389" providerId="ADAL" clId="{324DE2CA-07B1-4AAC-AEDC-89CFDAF2536C}" dt="2025-01-22T16:45:40.706" v="1586" actId="20577"/>
        <pc:sldMkLst>
          <pc:docMk/>
          <pc:sldMk cId="239122416" sldId="267"/>
        </pc:sldMkLst>
        <pc:spChg chg="mod">
          <ac:chgData name="Sarah Hewitt" userId="b93797f7-18d5-48f7-8817-8d0d65883389" providerId="ADAL" clId="{324DE2CA-07B1-4AAC-AEDC-89CFDAF2536C}" dt="2025-01-22T16:45:40.706" v="1586" actId="20577"/>
          <ac:spMkLst>
            <pc:docMk/>
            <pc:sldMk cId="239122416" sldId="267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39122416" sldId="267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39122416" sldId="267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39122416" sldId="267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39122416" sldId="267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39122416" sldId="267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39122416" sldId="267"/>
            <ac:spMk id="24" creationId="{14E91B64-9FCC-451E-AFB4-A827D6329367}"/>
          </ac:spMkLst>
        </pc:spChg>
      </pc:sldChg>
      <pc:sldChg chg="addSp delSp modSp mod delDesignElem">
        <pc:chgData name="Sarah Hewitt" userId="b93797f7-18d5-48f7-8817-8d0d65883389" providerId="ADAL" clId="{324DE2CA-07B1-4AAC-AEDC-89CFDAF2536C}" dt="2025-01-22T16:46:13.165" v="1588"/>
        <pc:sldMkLst>
          <pc:docMk/>
          <pc:sldMk cId="2187800157" sldId="268"/>
        </pc:sldMkLst>
        <pc:spChg chg="mod">
          <ac:chgData name="Sarah Hewitt" userId="b93797f7-18d5-48f7-8817-8d0d65883389" providerId="ADAL" clId="{324DE2CA-07B1-4AAC-AEDC-89CFDAF2536C}" dt="2025-01-22T16:46:13.165" v="1588"/>
          <ac:spMkLst>
            <pc:docMk/>
            <pc:sldMk cId="2187800157" sldId="268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187800157" sldId="268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187800157" sldId="268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187800157" sldId="268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187800157" sldId="268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187800157" sldId="268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187800157" sldId="268"/>
            <ac:spMk id="24" creationId="{14E91B64-9FCC-451E-AFB4-A827D6329367}"/>
          </ac:spMkLst>
        </pc:spChg>
      </pc:sldChg>
      <pc:sldChg chg="addSp delSp modSp mod delDesignElem">
        <pc:chgData name="Sarah Hewitt" userId="b93797f7-18d5-48f7-8817-8d0d65883389" providerId="ADAL" clId="{324DE2CA-07B1-4AAC-AEDC-89CFDAF2536C}" dt="2025-01-27T12:14:17.641" v="1596" actId="27636"/>
        <pc:sldMkLst>
          <pc:docMk/>
          <pc:sldMk cId="24618327" sldId="269"/>
        </pc:sldMkLst>
        <pc:spChg chg="mod">
          <ac:chgData name="Sarah Hewitt" userId="b93797f7-18d5-48f7-8817-8d0d65883389" providerId="ADAL" clId="{324DE2CA-07B1-4AAC-AEDC-89CFDAF2536C}" dt="2025-01-27T12:14:17.641" v="1596" actId="27636"/>
          <ac:spMkLst>
            <pc:docMk/>
            <pc:sldMk cId="24618327" sldId="269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618327" sldId="269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618327" sldId="269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618327" sldId="269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618327" sldId="269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618327" sldId="269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618327" sldId="269"/>
            <ac:spMk id="24" creationId="{14E91B64-9FCC-451E-AFB4-A827D6329367}"/>
          </ac:spMkLst>
        </pc:spChg>
      </pc:sldChg>
      <pc:sldChg chg="addSp delSp modSp mod delDesignElem">
        <pc:chgData name="Sarah Hewitt" userId="b93797f7-18d5-48f7-8817-8d0d65883389" providerId="ADAL" clId="{324DE2CA-07B1-4AAC-AEDC-89CFDAF2536C}" dt="2025-01-21T16:21:41.081" v="1171" actId="478"/>
        <pc:sldMkLst>
          <pc:docMk/>
          <pc:sldMk cId="2022147490" sldId="270"/>
        </pc:sldMkLst>
        <pc:spChg chg="mod">
          <ac:chgData name="Sarah Hewitt" userId="b93797f7-18d5-48f7-8817-8d0d65883389" providerId="ADAL" clId="{324DE2CA-07B1-4AAC-AEDC-89CFDAF2536C}" dt="2025-01-21T16:20:25.894" v="1150" actId="20577"/>
          <ac:spMkLst>
            <pc:docMk/>
            <pc:sldMk cId="2022147490" sldId="270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22147490" sldId="270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22147490" sldId="270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22147490" sldId="270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22147490" sldId="270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22147490" sldId="270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22147490" sldId="270"/>
            <ac:spMk id="24" creationId="{14E91B64-9FCC-451E-AFB4-A827D6329367}"/>
          </ac:spMkLst>
        </pc:spChg>
      </pc:sldChg>
      <pc:sldChg chg="addSp delSp modSp mod delDesignElem">
        <pc:chgData name="Sarah Hewitt" userId="b93797f7-18d5-48f7-8817-8d0d65883389" providerId="ADAL" clId="{324DE2CA-07B1-4AAC-AEDC-89CFDAF2536C}" dt="2025-01-21T16:21:46.064" v="1172" actId="478"/>
        <pc:sldMkLst>
          <pc:docMk/>
          <pc:sldMk cId="3105628794" sldId="271"/>
        </pc:sldMkLst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3105628794" sldId="271"/>
            <ac:spMk id="30" creationId="{08E89D5E-1885-4160-AC77-CC471DD1D0DB}"/>
          </ac:spMkLst>
        </pc:spChg>
        <pc:cxnChg chg="add del">
          <ac:chgData name="Sarah Hewitt" userId="b93797f7-18d5-48f7-8817-8d0d65883389" providerId="ADAL" clId="{324DE2CA-07B1-4AAC-AEDC-89CFDAF2536C}" dt="2025-01-21T16:01:54.559" v="20"/>
          <ac:cxnSpMkLst>
            <pc:docMk/>
            <pc:sldMk cId="3105628794" sldId="271"/>
            <ac:cxnSpMk id="32" creationId="{550D2BD1-98F9-412D-905B-3A843EF4078B}"/>
          </ac:cxnSpMkLst>
        </pc:cxnChg>
      </pc:sldChg>
      <pc:sldChg chg="modSp del">
        <pc:chgData name="Sarah Hewitt" userId="b93797f7-18d5-48f7-8817-8d0d65883389" providerId="ADAL" clId="{324DE2CA-07B1-4AAC-AEDC-89CFDAF2536C}" dt="2025-01-21T16:21:50.423" v="1173" actId="47"/>
        <pc:sldMkLst>
          <pc:docMk/>
          <pc:sldMk cId="3841767837" sldId="272"/>
        </pc:sldMkLst>
      </pc:sldChg>
      <pc:sldChg chg="modSp del">
        <pc:chgData name="Sarah Hewitt" userId="b93797f7-18d5-48f7-8817-8d0d65883389" providerId="ADAL" clId="{324DE2CA-07B1-4AAC-AEDC-89CFDAF2536C}" dt="2025-01-21T16:20:42.589" v="1151" actId="47"/>
        <pc:sldMkLst>
          <pc:docMk/>
          <pc:sldMk cId="2655557033" sldId="273"/>
        </pc:sldMkLst>
      </pc:sldChg>
      <pc:sldChg chg="modSp del">
        <pc:chgData name="Sarah Hewitt" userId="b93797f7-18d5-48f7-8817-8d0d65883389" providerId="ADAL" clId="{324DE2CA-07B1-4AAC-AEDC-89CFDAF2536C}" dt="2025-01-21T16:20:43.926" v="1152" actId="47"/>
        <pc:sldMkLst>
          <pc:docMk/>
          <pc:sldMk cId="1960420423" sldId="274"/>
        </pc:sldMkLst>
      </pc:sldChg>
      <pc:sldChg chg="addSp delSp modSp mod delDesignElem">
        <pc:chgData name="Sarah Hewitt" userId="b93797f7-18d5-48f7-8817-8d0d65883389" providerId="ADAL" clId="{324DE2CA-07B1-4AAC-AEDC-89CFDAF2536C}" dt="2025-01-21T16:22:00.538" v="1174" actId="478"/>
        <pc:sldMkLst>
          <pc:docMk/>
          <pc:sldMk cId="2070252636" sldId="275"/>
        </pc:sldMkLst>
        <pc:spChg chg="mod">
          <ac:chgData name="Sarah Hewitt" userId="b93797f7-18d5-48f7-8817-8d0d65883389" providerId="ADAL" clId="{324DE2CA-07B1-4AAC-AEDC-89CFDAF2536C}" dt="2025-01-21T16:20:57.296" v="1168" actId="20577"/>
          <ac:spMkLst>
            <pc:docMk/>
            <pc:sldMk cId="2070252636" sldId="275"/>
            <ac:spMk id="3" creationId="{77C58E2D-F6D6-4191-B7E1-A29BAC25361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070252636" sldId="275"/>
            <ac:spMk id="8" creationId="{4351DFE5-F63D-4BE0-BDA9-E3EB88F01AA5}"/>
          </ac:spMkLst>
        </pc:spChg>
        <pc:picChg chg="add del">
          <ac:chgData name="Sarah Hewitt" userId="b93797f7-18d5-48f7-8817-8d0d65883389" providerId="ADAL" clId="{324DE2CA-07B1-4AAC-AEDC-89CFDAF2536C}" dt="2025-01-21T16:01:54.559" v="20"/>
          <ac:picMkLst>
            <pc:docMk/>
            <pc:sldMk cId="2070252636" sldId="275"/>
            <ac:picMk id="10" creationId="{3AA16612-ACD2-4A16-8F2B-4514FD6BF28F}"/>
          </ac:picMkLst>
        </pc:picChg>
      </pc:sldChg>
      <pc:sldChg chg="addSp delSp modSp mod delDesignElem">
        <pc:chgData name="Sarah Hewitt" userId="b93797f7-18d5-48f7-8817-8d0d65883389" providerId="ADAL" clId="{324DE2CA-07B1-4AAC-AEDC-89CFDAF2536C}" dt="2025-01-22T16:46:50.593" v="1589" actId="478"/>
        <pc:sldMkLst>
          <pc:docMk/>
          <pc:sldMk cId="2441824718" sldId="276"/>
        </pc:sldMkLst>
        <pc:spChg chg="mod">
          <ac:chgData name="Sarah Hewitt" userId="b93797f7-18d5-48f7-8817-8d0d65883389" providerId="ADAL" clId="{324DE2CA-07B1-4AAC-AEDC-89CFDAF2536C}" dt="2025-01-21T16:23:13.275" v="1388" actId="20577"/>
          <ac:spMkLst>
            <pc:docMk/>
            <pc:sldMk cId="2441824718" sldId="276"/>
            <ac:spMk id="7" creationId="{8B807BDF-ABF7-4DFE-B7A7-0AA6090A9CC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41824718" sldId="276"/>
            <ac:spMk id="14" creationId="{827B839B-9ADE-406B-8590-F1CAEDED45A1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41824718" sldId="276"/>
            <ac:spMk id="16" creationId="{CFE45BF0-46DB-408C-B5F7-7B11716805D4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41824718" sldId="276"/>
            <ac:spMk id="18" creationId="{2AEBC8F2-97B1-41B4-93F1-2D289E197FBA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41824718" sldId="276"/>
            <ac:spMk id="20" creationId="{472E3A19-F5D5-48FC-BB9C-48C2F68F598B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41824718" sldId="276"/>
            <ac:spMk id="22" creationId="{7A62E32F-BB65-43A8-8EB5-92346890E549}"/>
          </ac:spMkLst>
        </pc:spChg>
        <pc:spChg chg="add del">
          <ac:chgData name="Sarah Hewitt" userId="b93797f7-18d5-48f7-8817-8d0d65883389" providerId="ADAL" clId="{324DE2CA-07B1-4AAC-AEDC-89CFDAF2536C}" dt="2025-01-21T16:01:54.559" v="20"/>
          <ac:spMkLst>
            <pc:docMk/>
            <pc:sldMk cId="2441824718" sldId="276"/>
            <ac:spMk id="24" creationId="{14E91B64-9FCC-451E-AFB4-A827D6329367}"/>
          </ac:spMkLst>
        </pc:spChg>
      </pc:sldChg>
      <pc:sldChg chg="modSp del">
        <pc:chgData name="Sarah Hewitt" userId="b93797f7-18d5-48f7-8817-8d0d65883389" providerId="ADAL" clId="{324DE2CA-07B1-4AAC-AEDC-89CFDAF2536C}" dt="2025-01-21T16:23:16.920" v="1389" actId="47"/>
        <pc:sldMkLst>
          <pc:docMk/>
          <pc:sldMk cId="4201515609" sldId="277"/>
        </pc:sldMkLst>
      </pc:sldChg>
      <pc:sldChg chg="del">
        <pc:chgData name="Sarah Hewitt" userId="b93797f7-18d5-48f7-8817-8d0d65883389" providerId="ADAL" clId="{324DE2CA-07B1-4AAC-AEDC-89CFDAF2536C}" dt="2025-01-21T16:01:04.866" v="0" actId="47"/>
        <pc:sldMkLst>
          <pc:docMk/>
          <pc:sldMk cId="2314206989" sldId="278"/>
        </pc:sldMkLst>
      </pc:sldChg>
      <pc:sldChg chg="delSp modSp new mod">
        <pc:chgData name="Sarah Hewitt" userId="b93797f7-18d5-48f7-8817-8d0d65883389" providerId="ADAL" clId="{324DE2CA-07B1-4AAC-AEDC-89CFDAF2536C}" dt="2025-01-22T16:44:45.187" v="1579" actId="478"/>
        <pc:sldMkLst>
          <pc:docMk/>
          <pc:sldMk cId="2839906360" sldId="278"/>
        </pc:sldMkLst>
        <pc:spChg chg="mod">
          <ac:chgData name="Sarah Hewitt" userId="b93797f7-18d5-48f7-8817-8d0d65883389" providerId="ADAL" clId="{324DE2CA-07B1-4AAC-AEDC-89CFDAF2536C}" dt="2025-01-21T16:07:13.347" v="113" actId="20577"/>
          <ac:spMkLst>
            <pc:docMk/>
            <pc:sldMk cId="2839906360" sldId="278"/>
            <ac:spMk id="2" creationId="{C3BD67E0-5400-4D65-AC02-72FE7EBF5920}"/>
          </ac:spMkLst>
        </pc:spChg>
        <pc:spChg chg="mod">
          <ac:chgData name="Sarah Hewitt" userId="b93797f7-18d5-48f7-8817-8d0d65883389" providerId="ADAL" clId="{324DE2CA-07B1-4AAC-AEDC-89CFDAF2536C}" dt="2025-01-22T16:44:35.931" v="1578" actId="20577"/>
          <ac:spMkLst>
            <pc:docMk/>
            <pc:sldMk cId="2839906360" sldId="278"/>
            <ac:spMk id="3" creationId="{BEE7FBAE-3C2F-A553-212C-1BC0FB36A56A}"/>
          </ac:spMkLst>
        </pc:spChg>
      </pc:sldChg>
      <pc:sldChg chg="modSp new del mod">
        <pc:chgData name="Sarah Hewitt" userId="b93797f7-18d5-48f7-8817-8d0d65883389" providerId="ADAL" clId="{324DE2CA-07B1-4AAC-AEDC-89CFDAF2536C}" dt="2025-01-21T16:05:30.250" v="73" actId="47"/>
        <pc:sldMkLst>
          <pc:docMk/>
          <pc:sldMk cId="4030555860" sldId="278"/>
        </pc:sldMkLst>
      </pc:sldChg>
      <pc:sldChg chg="addSp delSp modSp new mod">
        <pc:chgData name="Sarah Hewitt" userId="b93797f7-18d5-48f7-8817-8d0d65883389" providerId="ADAL" clId="{324DE2CA-07B1-4AAC-AEDC-89CFDAF2536C}" dt="2025-01-22T16:47:34.829" v="1592" actId="1076"/>
        <pc:sldMkLst>
          <pc:docMk/>
          <pc:sldMk cId="3911606588" sldId="279"/>
        </pc:sldMkLst>
        <pc:spChg chg="mod">
          <ac:chgData name="Sarah Hewitt" userId="b93797f7-18d5-48f7-8817-8d0d65883389" providerId="ADAL" clId="{324DE2CA-07B1-4AAC-AEDC-89CFDAF2536C}" dt="2025-01-21T16:23:33.463" v="1405" actId="20577"/>
          <ac:spMkLst>
            <pc:docMk/>
            <pc:sldMk cId="3911606588" sldId="279"/>
            <ac:spMk id="2" creationId="{78AA7B21-1892-BF75-FFDD-C6052ACF50FE}"/>
          </ac:spMkLst>
        </pc:spChg>
        <pc:spChg chg="mod">
          <ac:chgData name="Sarah Hewitt" userId="b93797f7-18d5-48f7-8817-8d0d65883389" providerId="ADAL" clId="{324DE2CA-07B1-4AAC-AEDC-89CFDAF2536C}" dt="2025-01-21T16:24:32.503" v="1519" actId="20577"/>
          <ac:spMkLst>
            <pc:docMk/>
            <pc:sldMk cId="3911606588" sldId="279"/>
            <ac:spMk id="3" creationId="{325A788E-6ADE-BB33-8384-475ADC166FA5}"/>
          </ac:spMkLst>
        </pc:spChg>
        <pc:picChg chg="add mod">
          <ac:chgData name="Sarah Hewitt" userId="b93797f7-18d5-48f7-8817-8d0d65883389" providerId="ADAL" clId="{324DE2CA-07B1-4AAC-AEDC-89CFDAF2536C}" dt="2025-01-22T16:47:34.829" v="1592" actId="1076"/>
          <ac:picMkLst>
            <pc:docMk/>
            <pc:sldMk cId="3911606588" sldId="279"/>
            <ac:picMk id="5" creationId="{CA54F65C-F1E2-3DD6-E29D-AAC04D9F913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C9A60D-B52A-46BB-A45C-28C371EC84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EB0E953-8DA2-4F2C-9BB9-E434B793CEA1}">
      <dgm:prSet/>
      <dgm:spPr/>
      <dgm:t>
        <a:bodyPr/>
        <a:lstStyle/>
        <a:p>
          <a:r>
            <a:rPr lang="en-GB"/>
            <a:t>Observing someone else’s efforts is often a good way to learn what works and what does not.</a:t>
          </a:r>
          <a:endParaRPr lang="en-US"/>
        </a:p>
      </dgm:t>
    </dgm:pt>
    <dgm:pt modelId="{B4221DAB-4C58-4A23-9ED3-14A5ECADA2E8}" type="parTrans" cxnId="{5EB2795C-F5C9-4AC0-8180-563034736A03}">
      <dgm:prSet/>
      <dgm:spPr/>
      <dgm:t>
        <a:bodyPr/>
        <a:lstStyle/>
        <a:p>
          <a:endParaRPr lang="en-US"/>
        </a:p>
      </dgm:t>
    </dgm:pt>
    <dgm:pt modelId="{3B0CFB03-327D-424C-A835-BA14D0499E07}" type="sibTrans" cxnId="{5EB2795C-F5C9-4AC0-8180-563034736A03}">
      <dgm:prSet/>
      <dgm:spPr/>
      <dgm:t>
        <a:bodyPr/>
        <a:lstStyle/>
        <a:p>
          <a:endParaRPr lang="en-US"/>
        </a:p>
      </dgm:t>
    </dgm:pt>
    <dgm:pt modelId="{1B60FCD9-09F9-4FE4-8BE0-F2FD34182908}">
      <dgm:prSet/>
      <dgm:spPr/>
      <dgm:t>
        <a:bodyPr/>
        <a:lstStyle/>
        <a:p>
          <a:r>
            <a:rPr lang="en-GB"/>
            <a:t>Learning to be CRITICAL: “exercising careful judgment or judicious evaluation”.</a:t>
          </a:r>
          <a:endParaRPr lang="en-US"/>
        </a:p>
      </dgm:t>
    </dgm:pt>
    <dgm:pt modelId="{4909F8EF-62CD-4046-94D2-4B9592B45651}" type="parTrans" cxnId="{2A00E172-FA4E-4B47-9C80-ACCEA2F04C9A}">
      <dgm:prSet/>
      <dgm:spPr/>
      <dgm:t>
        <a:bodyPr/>
        <a:lstStyle/>
        <a:p>
          <a:endParaRPr lang="en-US"/>
        </a:p>
      </dgm:t>
    </dgm:pt>
    <dgm:pt modelId="{9AD3F031-F75E-412E-9801-D29908F8F644}" type="sibTrans" cxnId="{2A00E172-FA4E-4B47-9C80-ACCEA2F04C9A}">
      <dgm:prSet/>
      <dgm:spPr/>
      <dgm:t>
        <a:bodyPr/>
        <a:lstStyle/>
        <a:p>
          <a:endParaRPr lang="en-US"/>
        </a:p>
      </dgm:t>
    </dgm:pt>
    <dgm:pt modelId="{90B487D4-30D6-4E24-81A1-8095C5DEA451}">
      <dgm:prSet/>
      <dgm:spPr/>
      <dgm:t>
        <a:bodyPr/>
        <a:lstStyle/>
        <a:p>
          <a:r>
            <a:rPr lang="en-GB"/>
            <a:t>A chance to calibrate your judgement against others.</a:t>
          </a:r>
          <a:endParaRPr lang="en-US"/>
        </a:p>
      </dgm:t>
    </dgm:pt>
    <dgm:pt modelId="{223B9EEE-B1AC-4951-A0A5-A22860924A21}" type="parTrans" cxnId="{F0DAC897-E077-436C-A4FF-BEF90C8AC07E}">
      <dgm:prSet/>
      <dgm:spPr/>
      <dgm:t>
        <a:bodyPr/>
        <a:lstStyle/>
        <a:p>
          <a:endParaRPr lang="en-US"/>
        </a:p>
      </dgm:t>
    </dgm:pt>
    <dgm:pt modelId="{00D71430-2128-4FC8-B3BB-C64714041AD5}" type="sibTrans" cxnId="{F0DAC897-E077-436C-A4FF-BEF90C8AC07E}">
      <dgm:prSet/>
      <dgm:spPr/>
      <dgm:t>
        <a:bodyPr/>
        <a:lstStyle/>
        <a:p>
          <a:endParaRPr lang="en-US"/>
        </a:p>
      </dgm:t>
    </dgm:pt>
    <dgm:pt modelId="{9DCAE7C1-285D-42C0-8353-BDB6C2AB0F91}">
      <dgm:prSet/>
      <dgm:spPr/>
      <dgm:t>
        <a:bodyPr/>
        <a:lstStyle/>
        <a:p>
          <a:r>
            <a:rPr lang="en-GB"/>
            <a:t>Providing a supportive and attentive audience.</a:t>
          </a:r>
          <a:endParaRPr lang="en-US"/>
        </a:p>
      </dgm:t>
    </dgm:pt>
    <dgm:pt modelId="{E981839C-7A13-4387-8C76-87FDC2F9E42B}" type="parTrans" cxnId="{DE1B40A7-E4D8-4A89-8066-C73163EB8915}">
      <dgm:prSet/>
      <dgm:spPr/>
      <dgm:t>
        <a:bodyPr/>
        <a:lstStyle/>
        <a:p>
          <a:endParaRPr lang="en-US"/>
        </a:p>
      </dgm:t>
    </dgm:pt>
    <dgm:pt modelId="{509E1DA0-0600-40F0-BD19-B303595392EF}" type="sibTrans" cxnId="{DE1B40A7-E4D8-4A89-8066-C73163EB8915}">
      <dgm:prSet/>
      <dgm:spPr/>
      <dgm:t>
        <a:bodyPr/>
        <a:lstStyle/>
        <a:p>
          <a:endParaRPr lang="en-US"/>
        </a:p>
      </dgm:t>
    </dgm:pt>
    <dgm:pt modelId="{7452F97C-E173-4F7E-898E-630BE7FFC613}" type="pres">
      <dgm:prSet presAssocID="{F8C9A60D-B52A-46BB-A45C-28C371EC8474}" presName="root" presStyleCnt="0">
        <dgm:presLayoutVars>
          <dgm:dir/>
          <dgm:resizeHandles val="exact"/>
        </dgm:presLayoutVars>
      </dgm:prSet>
      <dgm:spPr/>
    </dgm:pt>
    <dgm:pt modelId="{2D0A9D03-A4E1-4265-8585-517EC754622C}" type="pres">
      <dgm:prSet presAssocID="{DEB0E953-8DA2-4F2C-9BB9-E434B793CEA1}" presName="compNode" presStyleCnt="0"/>
      <dgm:spPr/>
    </dgm:pt>
    <dgm:pt modelId="{4615BBDB-F624-4107-8CB6-419BA5940E93}" type="pres">
      <dgm:prSet presAssocID="{DEB0E953-8DA2-4F2C-9BB9-E434B793CEA1}" presName="bgRect" presStyleLbl="bgShp" presStyleIdx="0" presStyleCnt="4"/>
      <dgm:spPr/>
    </dgm:pt>
    <dgm:pt modelId="{D9741C31-1E24-4F54-864A-617946FFE3E1}" type="pres">
      <dgm:prSet presAssocID="{DEB0E953-8DA2-4F2C-9BB9-E434B793CE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F2FAFCCE-4D01-42AC-809B-8410D065A1CF}" type="pres">
      <dgm:prSet presAssocID="{DEB0E953-8DA2-4F2C-9BB9-E434B793CEA1}" presName="spaceRect" presStyleCnt="0"/>
      <dgm:spPr/>
    </dgm:pt>
    <dgm:pt modelId="{D5142D96-9CA4-4648-BAE9-CFA1D4E52E60}" type="pres">
      <dgm:prSet presAssocID="{DEB0E953-8DA2-4F2C-9BB9-E434B793CEA1}" presName="parTx" presStyleLbl="revTx" presStyleIdx="0" presStyleCnt="4">
        <dgm:presLayoutVars>
          <dgm:chMax val="0"/>
          <dgm:chPref val="0"/>
        </dgm:presLayoutVars>
      </dgm:prSet>
      <dgm:spPr/>
    </dgm:pt>
    <dgm:pt modelId="{A545CCDA-05D5-455D-870D-565EC1D238F9}" type="pres">
      <dgm:prSet presAssocID="{3B0CFB03-327D-424C-A835-BA14D0499E07}" presName="sibTrans" presStyleCnt="0"/>
      <dgm:spPr/>
    </dgm:pt>
    <dgm:pt modelId="{5F0352D6-71A0-425E-8EFB-6E56680DB0EA}" type="pres">
      <dgm:prSet presAssocID="{1B60FCD9-09F9-4FE4-8BE0-F2FD34182908}" presName="compNode" presStyleCnt="0"/>
      <dgm:spPr/>
    </dgm:pt>
    <dgm:pt modelId="{C31E0FB5-F15B-4332-8F8E-560731EABA23}" type="pres">
      <dgm:prSet presAssocID="{1B60FCD9-09F9-4FE4-8BE0-F2FD34182908}" presName="bgRect" presStyleLbl="bgShp" presStyleIdx="1" presStyleCnt="4"/>
      <dgm:spPr/>
    </dgm:pt>
    <dgm:pt modelId="{A816F8C5-64D2-475B-ADF7-C5E0237B3BBC}" type="pres">
      <dgm:prSet presAssocID="{1B60FCD9-09F9-4FE4-8BE0-F2FD341829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A61C877-A9CB-4A1F-8100-EE69D1CAC808}" type="pres">
      <dgm:prSet presAssocID="{1B60FCD9-09F9-4FE4-8BE0-F2FD34182908}" presName="spaceRect" presStyleCnt="0"/>
      <dgm:spPr/>
    </dgm:pt>
    <dgm:pt modelId="{1B1771CF-F5C4-464A-B69E-9D955E7CD626}" type="pres">
      <dgm:prSet presAssocID="{1B60FCD9-09F9-4FE4-8BE0-F2FD34182908}" presName="parTx" presStyleLbl="revTx" presStyleIdx="1" presStyleCnt="4">
        <dgm:presLayoutVars>
          <dgm:chMax val="0"/>
          <dgm:chPref val="0"/>
        </dgm:presLayoutVars>
      </dgm:prSet>
      <dgm:spPr/>
    </dgm:pt>
    <dgm:pt modelId="{66B97577-90AE-46B3-962B-B8E69B31CBF0}" type="pres">
      <dgm:prSet presAssocID="{9AD3F031-F75E-412E-9801-D29908F8F644}" presName="sibTrans" presStyleCnt="0"/>
      <dgm:spPr/>
    </dgm:pt>
    <dgm:pt modelId="{1FF317D9-42A4-4C86-8B02-63EBC3542B98}" type="pres">
      <dgm:prSet presAssocID="{90B487D4-30D6-4E24-81A1-8095C5DEA451}" presName="compNode" presStyleCnt="0"/>
      <dgm:spPr/>
    </dgm:pt>
    <dgm:pt modelId="{BB6F418A-EABB-4997-9CC1-ACC99E48701D}" type="pres">
      <dgm:prSet presAssocID="{90B487D4-30D6-4E24-81A1-8095C5DEA451}" presName="bgRect" presStyleLbl="bgShp" presStyleIdx="2" presStyleCnt="4"/>
      <dgm:spPr/>
    </dgm:pt>
    <dgm:pt modelId="{13E3FEA0-06C2-46C3-A7A7-C1DC470BB889}" type="pres">
      <dgm:prSet presAssocID="{90B487D4-30D6-4E24-81A1-8095C5DEA4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F90F7B51-C8E9-440F-B6A9-8B401C69EE3F}" type="pres">
      <dgm:prSet presAssocID="{90B487D4-30D6-4E24-81A1-8095C5DEA451}" presName="spaceRect" presStyleCnt="0"/>
      <dgm:spPr/>
    </dgm:pt>
    <dgm:pt modelId="{7333EB96-A91B-41A2-983A-D8EC9327D391}" type="pres">
      <dgm:prSet presAssocID="{90B487D4-30D6-4E24-81A1-8095C5DEA451}" presName="parTx" presStyleLbl="revTx" presStyleIdx="2" presStyleCnt="4">
        <dgm:presLayoutVars>
          <dgm:chMax val="0"/>
          <dgm:chPref val="0"/>
        </dgm:presLayoutVars>
      </dgm:prSet>
      <dgm:spPr/>
    </dgm:pt>
    <dgm:pt modelId="{3E44FFE5-0BCD-4570-8350-B11C869BD48D}" type="pres">
      <dgm:prSet presAssocID="{00D71430-2128-4FC8-B3BB-C64714041AD5}" presName="sibTrans" presStyleCnt="0"/>
      <dgm:spPr/>
    </dgm:pt>
    <dgm:pt modelId="{3044214A-AAEF-4782-986F-4C2295D872D9}" type="pres">
      <dgm:prSet presAssocID="{9DCAE7C1-285D-42C0-8353-BDB6C2AB0F91}" presName="compNode" presStyleCnt="0"/>
      <dgm:spPr/>
    </dgm:pt>
    <dgm:pt modelId="{54530EDD-E80A-4EA8-8281-0B8BC2DAF2B1}" type="pres">
      <dgm:prSet presAssocID="{9DCAE7C1-285D-42C0-8353-BDB6C2AB0F91}" presName="bgRect" presStyleLbl="bgShp" presStyleIdx="3" presStyleCnt="4"/>
      <dgm:spPr/>
    </dgm:pt>
    <dgm:pt modelId="{F65F9572-9239-4285-818A-4631CD7F0D14}" type="pres">
      <dgm:prSet presAssocID="{9DCAE7C1-285D-42C0-8353-BDB6C2AB0F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9EAED0D-C645-4562-B84A-862BC97572E3}" type="pres">
      <dgm:prSet presAssocID="{9DCAE7C1-285D-42C0-8353-BDB6C2AB0F91}" presName="spaceRect" presStyleCnt="0"/>
      <dgm:spPr/>
    </dgm:pt>
    <dgm:pt modelId="{7C79D61E-0F36-4ACF-A845-97DAEBE6A608}" type="pres">
      <dgm:prSet presAssocID="{9DCAE7C1-285D-42C0-8353-BDB6C2AB0F9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CF09D0C-442B-46C1-BF29-EAD3F761E1FB}" type="presOf" srcId="{90B487D4-30D6-4E24-81A1-8095C5DEA451}" destId="{7333EB96-A91B-41A2-983A-D8EC9327D391}" srcOrd="0" destOrd="0" presId="urn:microsoft.com/office/officeart/2018/2/layout/IconVerticalSolidList"/>
    <dgm:cxn modelId="{BB369D15-8F97-4B5C-ACB1-AA2E45C87C46}" type="presOf" srcId="{DEB0E953-8DA2-4F2C-9BB9-E434B793CEA1}" destId="{D5142D96-9CA4-4648-BAE9-CFA1D4E52E60}" srcOrd="0" destOrd="0" presId="urn:microsoft.com/office/officeart/2018/2/layout/IconVerticalSolidList"/>
    <dgm:cxn modelId="{B358C13F-1CB3-44ED-8EFF-67FD4A0E1C54}" type="presOf" srcId="{F8C9A60D-B52A-46BB-A45C-28C371EC8474}" destId="{7452F97C-E173-4F7E-898E-630BE7FFC613}" srcOrd="0" destOrd="0" presId="urn:microsoft.com/office/officeart/2018/2/layout/IconVerticalSolidList"/>
    <dgm:cxn modelId="{5EB2795C-F5C9-4AC0-8180-563034736A03}" srcId="{F8C9A60D-B52A-46BB-A45C-28C371EC8474}" destId="{DEB0E953-8DA2-4F2C-9BB9-E434B793CEA1}" srcOrd="0" destOrd="0" parTransId="{B4221DAB-4C58-4A23-9ED3-14A5ECADA2E8}" sibTransId="{3B0CFB03-327D-424C-A835-BA14D0499E07}"/>
    <dgm:cxn modelId="{E3185072-72C8-486D-869B-A9E8749FACFD}" type="presOf" srcId="{1B60FCD9-09F9-4FE4-8BE0-F2FD34182908}" destId="{1B1771CF-F5C4-464A-B69E-9D955E7CD626}" srcOrd="0" destOrd="0" presId="urn:microsoft.com/office/officeart/2018/2/layout/IconVerticalSolidList"/>
    <dgm:cxn modelId="{2A00E172-FA4E-4B47-9C80-ACCEA2F04C9A}" srcId="{F8C9A60D-B52A-46BB-A45C-28C371EC8474}" destId="{1B60FCD9-09F9-4FE4-8BE0-F2FD34182908}" srcOrd="1" destOrd="0" parTransId="{4909F8EF-62CD-4046-94D2-4B9592B45651}" sibTransId="{9AD3F031-F75E-412E-9801-D29908F8F644}"/>
    <dgm:cxn modelId="{5A74C478-F609-49BC-A4B7-010AB37A55A7}" type="presOf" srcId="{9DCAE7C1-285D-42C0-8353-BDB6C2AB0F91}" destId="{7C79D61E-0F36-4ACF-A845-97DAEBE6A608}" srcOrd="0" destOrd="0" presId="urn:microsoft.com/office/officeart/2018/2/layout/IconVerticalSolidList"/>
    <dgm:cxn modelId="{F0DAC897-E077-436C-A4FF-BEF90C8AC07E}" srcId="{F8C9A60D-B52A-46BB-A45C-28C371EC8474}" destId="{90B487D4-30D6-4E24-81A1-8095C5DEA451}" srcOrd="2" destOrd="0" parTransId="{223B9EEE-B1AC-4951-A0A5-A22860924A21}" sibTransId="{00D71430-2128-4FC8-B3BB-C64714041AD5}"/>
    <dgm:cxn modelId="{DE1B40A7-E4D8-4A89-8066-C73163EB8915}" srcId="{F8C9A60D-B52A-46BB-A45C-28C371EC8474}" destId="{9DCAE7C1-285D-42C0-8353-BDB6C2AB0F91}" srcOrd="3" destOrd="0" parTransId="{E981839C-7A13-4387-8C76-87FDC2F9E42B}" sibTransId="{509E1DA0-0600-40F0-BD19-B303595392EF}"/>
    <dgm:cxn modelId="{59DFCEA9-36B5-4A78-AB52-588651EC90B6}" type="presParOf" srcId="{7452F97C-E173-4F7E-898E-630BE7FFC613}" destId="{2D0A9D03-A4E1-4265-8585-517EC754622C}" srcOrd="0" destOrd="0" presId="urn:microsoft.com/office/officeart/2018/2/layout/IconVerticalSolidList"/>
    <dgm:cxn modelId="{548D63FA-826C-43BD-B0BF-4DBA3BA70241}" type="presParOf" srcId="{2D0A9D03-A4E1-4265-8585-517EC754622C}" destId="{4615BBDB-F624-4107-8CB6-419BA5940E93}" srcOrd="0" destOrd="0" presId="urn:microsoft.com/office/officeart/2018/2/layout/IconVerticalSolidList"/>
    <dgm:cxn modelId="{B7188001-033E-4136-AE11-F9D267A0E533}" type="presParOf" srcId="{2D0A9D03-A4E1-4265-8585-517EC754622C}" destId="{D9741C31-1E24-4F54-864A-617946FFE3E1}" srcOrd="1" destOrd="0" presId="urn:microsoft.com/office/officeart/2018/2/layout/IconVerticalSolidList"/>
    <dgm:cxn modelId="{ECD871E6-856C-4877-83EB-4044CAE6BBD4}" type="presParOf" srcId="{2D0A9D03-A4E1-4265-8585-517EC754622C}" destId="{F2FAFCCE-4D01-42AC-809B-8410D065A1CF}" srcOrd="2" destOrd="0" presId="urn:microsoft.com/office/officeart/2018/2/layout/IconVerticalSolidList"/>
    <dgm:cxn modelId="{A21E5205-6816-45B6-9F5B-8631B9171A25}" type="presParOf" srcId="{2D0A9D03-A4E1-4265-8585-517EC754622C}" destId="{D5142D96-9CA4-4648-BAE9-CFA1D4E52E60}" srcOrd="3" destOrd="0" presId="urn:microsoft.com/office/officeart/2018/2/layout/IconVerticalSolidList"/>
    <dgm:cxn modelId="{ED0C40B3-83F6-4386-B0BB-C2516B3B30AB}" type="presParOf" srcId="{7452F97C-E173-4F7E-898E-630BE7FFC613}" destId="{A545CCDA-05D5-455D-870D-565EC1D238F9}" srcOrd="1" destOrd="0" presId="urn:microsoft.com/office/officeart/2018/2/layout/IconVerticalSolidList"/>
    <dgm:cxn modelId="{05145E5B-0CFB-4A52-948C-E0394B40BBB5}" type="presParOf" srcId="{7452F97C-E173-4F7E-898E-630BE7FFC613}" destId="{5F0352D6-71A0-425E-8EFB-6E56680DB0EA}" srcOrd="2" destOrd="0" presId="urn:microsoft.com/office/officeart/2018/2/layout/IconVerticalSolidList"/>
    <dgm:cxn modelId="{BF69A7A8-4CCA-4C81-8A30-562B078B37C5}" type="presParOf" srcId="{5F0352D6-71A0-425E-8EFB-6E56680DB0EA}" destId="{C31E0FB5-F15B-4332-8F8E-560731EABA23}" srcOrd="0" destOrd="0" presId="urn:microsoft.com/office/officeart/2018/2/layout/IconVerticalSolidList"/>
    <dgm:cxn modelId="{4A060BDC-654B-4B41-991C-F1541E947C38}" type="presParOf" srcId="{5F0352D6-71A0-425E-8EFB-6E56680DB0EA}" destId="{A816F8C5-64D2-475B-ADF7-C5E0237B3BBC}" srcOrd="1" destOrd="0" presId="urn:microsoft.com/office/officeart/2018/2/layout/IconVerticalSolidList"/>
    <dgm:cxn modelId="{C9EBC5CD-B877-46A9-AE3A-843DCFEB1480}" type="presParOf" srcId="{5F0352D6-71A0-425E-8EFB-6E56680DB0EA}" destId="{7A61C877-A9CB-4A1F-8100-EE69D1CAC808}" srcOrd="2" destOrd="0" presId="urn:microsoft.com/office/officeart/2018/2/layout/IconVerticalSolidList"/>
    <dgm:cxn modelId="{EF972657-9D78-421E-8944-44D7CAD31B5C}" type="presParOf" srcId="{5F0352D6-71A0-425E-8EFB-6E56680DB0EA}" destId="{1B1771CF-F5C4-464A-B69E-9D955E7CD626}" srcOrd="3" destOrd="0" presId="urn:microsoft.com/office/officeart/2018/2/layout/IconVerticalSolidList"/>
    <dgm:cxn modelId="{B4CCD4FC-9F9F-4CE8-9AA6-70314C559C27}" type="presParOf" srcId="{7452F97C-E173-4F7E-898E-630BE7FFC613}" destId="{66B97577-90AE-46B3-962B-B8E69B31CBF0}" srcOrd="3" destOrd="0" presId="urn:microsoft.com/office/officeart/2018/2/layout/IconVerticalSolidList"/>
    <dgm:cxn modelId="{A59FE030-CB32-47F6-A689-193E6757CA6B}" type="presParOf" srcId="{7452F97C-E173-4F7E-898E-630BE7FFC613}" destId="{1FF317D9-42A4-4C86-8B02-63EBC3542B98}" srcOrd="4" destOrd="0" presId="urn:microsoft.com/office/officeart/2018/2/layout/IconVerticalSolidList"/>
    <dgm:cxn modelId="{569E1446-8C7E-4C51-9F10-7912CBCC9241}" type="presParOf" srcId="{1FF317D9-42A4-4C86-8B02-63EBC3542B98}" destId="{BB6F418A-EABB-4997-9CC1-ACC99E48701D}" srcOrd="0" destOrd="0" presId="urn:microsoft.com/office/officeart/2018/2/layout/IconVerticalSolidList"/>
    <dgm:cxn modelId="{AAEDFE3B-F2EE-4D20-818F-F8F0078E02FB}" type="presParOf" srcId="{1FF317D9-42A4-4C86-8B02-63EBC3542B98}" destId="{13E3FEA0-06C2-46C3-A7A7-C1DC470BB889}" srcOrd="1" destOrd="0" presId="urn:microsoft.com/office/officeart/2018/2/layout/IconVerticalSolidList"/>
    <dgm:cxn modelId="{FA2F1808-9B6E-4E5B-86D7-54AA1757A332}" type="presParOf" srcId="{1FF317D9-42A4-4C86-8B02-63EBC3542B98}" destId="{F90F7B51-C8E9-440F-B6A9-8B401C69EE3F}" srcOrd="2" destOrd="0" presId="urn:microsoft.com/office/officeart/2018/2/layout/IconVerticalSolidList"/>
    <dgm:cxn modelId="{6073CF44-A6CD-4910-83B8-BD2A49993EE4}" type="presParOf" srcId="{1FF317D9-42A4-4C86-8B02-63EBC3542B98}" destId="{7333EB96-A91B-41A2-983A-D8EC9327D391}" srcOrd="3" destOrd="0" presId="urn:microsoft.com/office/officeart/2018/2/layout/IconVerticalSolidList"/>
    <dgm:cxn modelId="{A1B488BA-A363-48B5-91D7-7071F1888B12}" type="presParOf" srcId="{7452F97C-E173-4F7E-898E-630BE7FFC613}" destId="{3E44FFE5-0BCD-4570-8350-B11C869BD48D}" srcOrd="5" destOrd="0" presId="urn:microsoft.com/office/officeart/2018/2/layout/IconVerticalSolidList"/>
    <dgm:cxn modelId="{E49C45AB-7355-46E0-B9FA-CAA08440D842}" type="presParOf" srcId="{7452F97C-E173-4F7E-898E-630BE7FFC613}" destId="{3044214A-AAEF-4782-986F-4C2295D872D9}" srcOrd="6" destOrd="0" presId="urn:microsoft.com/office/officeart/2018/2/layout/IconVerticalSolidList"/>
    <dgm:cxn modelId="{7AF84E01-8A60-4AC7-A3ED-50AEAAAD5E46}" type="presParOf" srcId="{3044214A-AAEF-4782-986F-4C2295D872D9}" destId="{54530EDD-E80A-4EA8-8281-0B8BC2DAF2B1}" srcOrd="0" destOrd="0" presId="urn:microsoft.com/office/officeart/2018/2/layout/IconVerticalSolidList"/>
    <dgm:cxn modelId="{9E201A47-8E1F-43DE-8191-AD52F1B84842}" type="presParOf" srcId="{3044214A-AAEF-4782-986F-4C2295D872D9}" destId="{F65F9572-9239-4285-818A-4631CD7F0D14}" srcOrd="1" destOrd="0" presId="urn:microsoft.com/office/officeart/2018/2/layout/IconVerticalSolidList"/>
    <dgm:cxn modelId="{717212A4-344C-4B1C-BCC1-28570B865B50}" type="presParOf" srcId="{3044214A-AAEF-4782-986F-4C2295D872D9}" destId="{39EAED0D-C645-4562-B84A-862BC97572E3}" srcOrd="2" destOrd="0" presId="urn:microsoft.com/office/officeart/2018/2/layout/IconVerticalSolidList"/>
    <dgm:cxn modelId="{6946F8C3-6EF3-4976-B84A-6BB09890C048}" type="presParOf" srcId="{3044214A-AAEF-4782-986F-4C2295D872D9}" destId="{7C79D61E-0F36-4ACF-A845-97DAEBE6A6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5BBDB-F624-4107-8CB6-419BA5940E93}">
      <dsp:nvSpPr>
        <dsp:cNvPr id="0" name=""/>
        <dsp:cNvSpPr/>
      </dsp:nvSpPr>
      <dsp:spPr>
        <a:xfrm>
          <a:off x="0" y="2312"/>
          <a:ext cx="6269038" cy="11721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41C31-1E24-4F54-864A-617946FFE3E1}">
      <dsp:nvSpPr>
        <dsp:cNvPr id="0" name=""/>
        <dsp:cNvSpPr/>
      </dsp:nvSpPr>
      <dsp:spPr>
        <a:xfrm>
          <a:off x="354561" y="266036"/>
          <a:ext cx="644657" cy="644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42D96-9CA4-4648-BAE9-CFA1D4E52E60}">
      <dsp:nvSpPr>
        <dsp:cNvPr id="0" name=""/>
        <dsp:cNvSpPr/>
      </dsp:nvSpPr>
      <dsp:spPr>
        <a:xfrm>
          <a:off x="1353781" y="2312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Observing someone else’s efforts is often a good way to learn what works and what does not.</a:t>
          </a:r>
          <a:endParaRPr lang="en-US" sz="2200" kern="1200"/>
        </a:p>
      </dsp:txBody>
      <dsp:txXfrm>
        <a:off x="1353781" y="2312"/>
        <a:ext cx="4915256" cy="1172105"/>
      </dsp:txXfrm>
    </dsp:sp>
    <dsp:sp modelId="{C31E0FB5-F15B-4332-8F8E-560731EABA23}">
      <dsp:nvSpPr>
        <dsp:cNvPr id="0" name=""/>
        <dsp:cNvSpPr/>
      </dsp:nvSpPr>
      <dsp:spPr>
        <a:xfrm>
          <a:off x="0" y="1467444"/>
          <a:ext cx="6269038" cy="11721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6F8C5-64D2-475B-ADF7-C5E0237B3BBC}">
      <dsp:nvSpPr>
        <dsp:cNvPr id="0" name=""/>
        <dsp:cNvSpPr/>
      </dsp:nvSpPr>
      <dsp:spPr>
        <a:xfrm>
          <a:off x="354561" y="1731167"/>
          <a:ext cx="644657" cy="644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771CF-F5C4-464A-B69E-9D955E7CD626}">
      <dsp:nvSpPr>
        <dsp:cNvPr id="0" name=""/>
        <dsp:cNvSpPr/>
      </dsp:nvSpPr>
      <dsp:spPr>
        <a:xfrm>
          <a:off x="1353781" y="1467444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Learning to be CRITICAL: “exercising careful judgment or judicious evaluation”.</a:t>
          </a:r>
          <a:endParaRPr lang="en-US" sz="2200" kern="1200"/>
        </a:p>
      </dsp:txBody>
      <dsp:txXfrm>
        <a:off x="1353781" y="1467444"/>
        <a:ext cx="4915256" cy="1172105"/>
      </dsp:txXfrm>
    </dsp:sp>
    <dsp:sp modelId="{BB6F418A-EABB-4997-9CC1-ACC99E48701D}">
      <dsp:nvSpPr>
        <dsp:cNvPr id="0" name=""/>
        <dsp:cNvSpPr/>
      </dsp:nvSpPr>
      <dsp:spPr>
        <a:xfrm>
          <a:off x="0" y="2932575"/>
          <a:ext cx="6269038" cy="11721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3FEA0-06C2-46C3-A7A7-C1DC470BB889}">
      <dsp:nvSpPr>
        <dsp:cNvPr id="0" name=""/>
        <dsp:cNvSpPr/>
      </dsp:nvSpPr>
      <dsp:spPr>
        <a:xfrm>
          <a:off x="354561" y="3196299"/>
          <a:ext cx="644657" cy="644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3EB96-A91B-41A2-983A-D8EC9327D391}">
      <dsp:nvSpPr>
        <dsp:cNvPr id="0" name=""/>
        <dsp:cNvSpPr/>
      </dsp:nvSpPr>
      <dsp:spPr>
        <a:xfrm>
          <a:off x="1353781" y="2932575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 chance to calibrate your judgement against others.</a:t>
          </a:r>
          <a:endParaRPr lang="en-US" sz="2200" kern="1200"/>
        </a:p>
      </dsp:txBody>
      <dsp:txXfrm>
        <a:off x="1353781" y="2932575"/>
        <a:ext cx="4915256" cy="1172105"/>
      </dsp:txXfrm>
    </dsp:sp>
    <dsp:sp modelId="{54530EDD-E80A-4EA8-8281-0B8BC2DAF2B1}">
      <dsp:nvSpPr>
        <dsp:cNvPr id="0" name=""/>
        <dsp:cNvSpPr/>
      </dsp:nvSpPr>
      <dsp:spPr>
        <a:xfrm>
          <a:off x="0" y="4397707"/>
          <a:ext cx="6269038" cy="11721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F9572-9239-4285-818A-4631CD7F0D14}">
      <dsp:nvSpPr>
        <dsp:cNvPr id="0" name=""/>
        <dsp:cNvSpPr/>
      </dsp:nvSpPr>
      <dsp:spPr>
        <a:xfrm>
          <a:off x="354561" y="4661430"/>
          <a:ext cx="644657" cy="644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9D61E-0F36-4ACF-A845-97DAEBE6A608}">
      <dsp:nvSpPr>
        <dsp:cNvPr id="0" name=""/>
        <dsp:cNvSpPr/>
      </dsp:nvSpPr>
      <dsp:spPr>
        <a:xfrm>
          <a:off x="1353781" y="4397707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Providing a supportive and attentive audience.</a:t>
          </a:r>
          <a:endParaRPr lang="en-US" sz="2200" kern="1200"/>
        </a:p>
      </dsp:txBody>
      <dsp:txXfrm>
        <a:off x="1353781" y="4397707"/>
        <a:ext cx="4915256" cy="1172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6E96C-8173-4C42-B0F8-FFB605A04492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B657A-6166-4B48-A694-B90D0CF79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EE64D-B5FE-46B0-A7AF-B72D50F3F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4AEEE-1571-4F09-A766-461A8B5D0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0DBB4-93AA-4A79-842A-B1F2C930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2FD30-298F-4433-A97E-BC90D983E46B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82222-B6C8-4486-97B3-4D28E8B6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E6DB1-AADC-456D-820F-620018AB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18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C5EF-638A-4211-86C5-C44CCAF6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32A6F-90A9-4121-8C21-1E0F78C7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89B2-0221-4583-BB59-A2F1F093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50C7-D0BB-49D5-B048-05BB53F08384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E6799-ED5D-4E14-9CF8-49172319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0F9B7-F8C3-4876-BCE2-9F0CB458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3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13F1-B76C-4C7A-9487-51523242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A68E5-6918-4A8B-B45D-2FED7E213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C11B7-74FF-4A80-95B7-893C7DEE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89410-7524-4D64-9964-E47A329CC150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98018-9C35-4E03-B4E6-81DF9C2C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BB5B-8A6F-4FF7-988B-0E25A69C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48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13FA-6DF3-4343-9DF2-C9A28022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24461-28FB-4BC0-8674-666CB448A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0C825-1F4B-4C3C-A7CE-8E4AD1CC6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87115-AAC4-40A3-A652-A8D820BD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69E8-5297-49E5-9205-03C4D2444C5C}" type="datetime1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10720-55F7-498E-B120-0FF327DAC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45F1-D4C0-4037-BD9C-BD746115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0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5375-BAD9-4761-9AC3-FECDC94D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AF56E-7598-493F-8794-DBCF3337D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AEADE-4741-4B2F-AAF5-9A1E68998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0F1CF-44F6-4CD6-BDCA-109BE59BF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7384E-FD32-453B-A12D-84612B771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3BCF0-7FBD-43C9-83EF-9B5E5461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4AE9-0139-426E-8FDB-3A68D58E32E0}" type="datetime1">
              <a:rPr lang="en-GB" smtClean="0"/>
              <a:t>27/01/2025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A89B2-1527-4A48-8EB2-BABEC3D1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26475-02ED-47EE-95F6-5CFA70CF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43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7C4D-EDC7-4BC2-AFA3-9C7FAFAE1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61E1D-B167-4F90-919A-DAB613BC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5768-DB83-4CB3-9EA1-F2330539DFD0}" type="datetime1">
              <a:rPr lang="en-GB" smtClean="0"/>
              <a:t>27/01/2025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FB45B-87FE-4300-ADFC-8D554A7D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EBB08-56EC-4903-874E-FD85E80D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87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DE179-92C4-404A-8BFD-79996156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5715-E7C5-422B-AF5B-8260B1CDECEB}" type="datetime1">
              <a:rPr lang="en-GB" smtClean="0"/>
              <a:t>27/01/2025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D7F37-6557-4D2F-A495-2AD2638A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8828-6974-4AB3-B635-2F425C4D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450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AEAC-8DBD-40B6-971B-7C514BE6D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C48CD-2E0F-44AC-A849-7010E5BC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5DB90-0DAF-41A1-A672-9390781F6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EC044-28FA-423E-AF2A-FA290644D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A9C54-31FD-4532-A2E7-F60F6BF05D05}" type="datetime1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A600E-AD36-4E5E-ACFD-9BF45233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51EB4-3F84-4E7D-82B9-7A0C27F8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27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01F1-2BAB-4DFA-91EF-9D176FB8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C29C6-F745-48E8-B132-D9469866A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2B37F-B27E-4618-82C7-AAD15A543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13D9A-B11F-4576-AB7B-F4538298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EF3E-D7A0-42A1-AC3E-2D047703194A}" type="datetime1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D7986-E7CA-4F81-87AB-DB9A296A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66C87-7EEC-4B90-A3D7-0593E7F9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43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B088-EF84-4DB3-8E75-32FE578D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E6E56-D6AE-4C0A-A0DB-F8774AD02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1C8D4-2A79-4C56-B5EF-3D976CB7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0378-616A-48F9-A855-794BEEC46BA4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43752-FB84-4845-A2AE-C0D6866E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50A3-86CE-4461-A55B-D92E42BC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33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D1593-C2AF-46B9-A0E3-BE9EFCBD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8DF76-AD4B-4D7F-89C9-81EC25751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96B37-E67D-492F-B9CC-1B4164FF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47479-5C73-4E7F-B0E1-EF25749C6837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AE0EA-184B-425A-B7B3-CFCDCBA4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14FE-DDAC-476D-BDDB-977E28D0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8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88F26-3853-4A9D-84D0-07215055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37B8E-1818-450F-BA89-7D3A36CAA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C44A7-5EE0-4A12-929C-C912EB1B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7050-8E14-47C1-9F2D-F2FDA0553C88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AE241-65CF-404F-AC73-62884761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777C-7918-450C-B35A-A02A4CC9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44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B4A7F-54C0-4C1E-A1A0-24D0254E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EA106-502B-4DE5-82E5-467621356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04B15-7B27-4BE9-9BBF-99D7CB460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0FCEC-F608-411D-B45F-71D7834EE750}" type="datetime1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22C11-5FCF-4F5D-B774-FB7E95C8E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Seat Code 264528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F941F-A6F3-48A9-B266-5DD76794C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0FEF7-26E3-42C3-BEA4-DDDE2FEEB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5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bCUTtzCic0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7AfnJd55PI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261C1D-D73A-445C-BDFB-C551BE252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COMP1300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C53E6-9382-4718-AA8F-9FBC87BCB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Group Presentation</a:t>
            </a:r>
          </a:p>
          <a:p>
            <a:r>
              <a:rPr lang="en-GB" sz="2800" dirty="0">
                <a:solidFill>
                  <a:srgbClr val="FFFFFF"/>
                </a:solidFill>
              </a:rPr>
              <a:t>Dr Sarah Hewitt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960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4E01456-C35E-46C5-A45A-5CBC62F51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213" y="1433395"/>
            <a:ext cx="5151120" cy="3297936"/>
          </a:xfr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id="{5142328E-B7D8-4AAB-9845-D52ADA12F79E}"/>
              </a:ext>
            </a:extLst>
          </p:cNvPr>
          <p:cNvSpPr/>
          <p:nvPr/>
        </p:nvSpPr>
        <p:spPr>
          <a:xfrm>
            <a:off x="2861051" y="953869"/>
            <a:ext cx="2449902" cy="1405533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Sales Pitch to potential customer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D897715D-B010-40A4-A92C-9E8FE08AE4C9}"/>
              </a:ext>
            </a:extLst>
          </p:cNvPr>
          <p:cNvSpPr/>
          <p:nvPr/>
        </p:nvSpPr>
        <p:spPr>
          <a:xfrm>
            <a:off x="7292417" y="941458"/>
            <a:ext cx="2449902" cy="983873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Conference presentation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7A302088-3BA3-4C79-AF91-55652B6541D2}"/>
              </a:ext>
            </a:extLst>
          </p:cNvPr>
          <p:cNvSpPr/>
          <p:nvPr/>
        </p:nvSpPr>
        <p:spPr>
          <a:xfrm>
            <a:off x="8058371" y="2235893"/>
            <a:ext cx="2449902" cy="1405533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Technology upgrade pitch to your team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0CFC4031-F0EB-4A63-941F-1EAFCFBDE39C}"/>
              </a:ext>
            </a:extLst>
          </p:cNvPr>
          <p:cNvSpPr/>
          <p:nvPr/>
        </p:nvSpPr>
        <p:spPr>
          <a:xfrm>
            <a:off x="1805753" y="2499952"/>
            <a:ext cx="2449902" cy="1827193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Project Progress report to management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6EAECF7D-7A38-48F7-854B-A65E9C3C6D8E}"/>
              </a:ext>
            </a:extLst>
          </p:cNvPr>
          <p:cNvSpPr/>
          <p:nvPr/>
        </p:nvSpPr>
        <p:spPr>
          <a:xfrm>
            <a:off x="4255655" y="4871881"/>
            <a:ext cx="3669102" cy="1405533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Specification summary discussion with a customer</a:t>
            </a:r>
          </a:p>
        </p:txBody>
      </p:sp>
    </p:spTree>
    <p:extLst>
      <p:ext uri="{BB962C8B-B14F-4D97-AF65-F5344CB8AC3E}">
        <p14:creationId xmlns:p14="http://schemas.microsoft.com/office/powerpoint/2010/main" val="429379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53EFCB-3C5A-4DCF-9C0C-41A9281F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GB" sz="400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042F-B1D2-477D-8C3D-02EBB3942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3321898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000000"/>
                </a:solidFill>
              </a:rPr>
              <a:t>To introduce you to some guidelines for making presentations and to prepare you to learn for yourself how to make an excellent presentation;</a:t>
            </a:r>
          </a:p>
          <a:p>
            <a:r>
              <a:rPr lang="en-GB" dirty="0">
                <a:solidFill>
                  <a:srgbClr val="000000"/>
                </a:solidFill>
              </a:rPr>
              <a:t>To prepare you (mentally) for the task of making a short presentation; </a:t>
            </a:r>
          </a:p>
          <a:p>
            <a:r>
              <a:rPr lang="en-GB" dirty="0">
                <a:solidFill>
                  <a:srgbClr val="000000"/>
                </a:solidFill>
              </a:rPr>
              <a:t>To understand some aspects of successful teamwork (under a bit of time pressure!);</a:t>
            </a:r>
          </a:p>
          <a:p>
            <a:r>
              <a:rPr lang="en-GB" dirty="0">
                <a:solidFill>
                  <a:srgbClr val="000000"/>
                </a:solidFill>
              </a:rPr>
              <a:t> To help you to refine your learning through applying your critical skills. </a:t>
            </a:r>
          </a:p>
        </p:txBody>
      </p:sp>
    </p:spTree>
    <p:extLst>
      <p:ext uri="{BB962C8B-B14F-4D97-AF65-F5344CB8AC3E}">
        <p14:creationId xmlns:p14="http://schemas.microsoft.com/office/powerpoint/2010/main" val="281692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67E0-5400-4D65-AC02-72FE7EBF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FBAE-3C2F-A553-212C-1BC0FB3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coursework guidance, hand-ins and feedback will be on Moodle</a:t>
            </a:r>
          </a:p>
          <a:p>
            <a:r>
              <a:rPr lang="en-GB" dirty="0"/>
              <a:t>Lectures will be available as recordings on Moodle</a:t>
            </a:r>
          </a:p>
          <a:p>
            <a:r>
              <a:rPr lang="en-GB" dirty="0"/>
              <a:t>Hand-ins must be submitted by </a:t>
            </a:r>
            <a:r>
              <a:rPr lang="en-GB" i="1" dirty="0"/>
              <a:t>everyone in the group </a:t>
            </a:r>
            <a:r>
              <a:rPr lang="en-GB" dirty="0"/>
              <a:t>except</a:t>
            </a:r>
          </a:p>
          <a:p>
            <a:r>
              <a:rPr lang="en-GB" dirty="0"/>
              <a:t>Peer review hand-ins are individual</a:t>
            </a:r>
          </a:p>
        </p:txBody>
      </p:sp>
    </p:spTree>
    <p:extLst>
      <p:ext uri="{BB962C8B-B14F-4D97-AF65-F5344CB8AC3E}">
        <p14:creationId xmlns:p14="http://schemas.microsoft.com/office/powerpoint/2010/main" val="283990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53EFCB-3C5A-4DCF-9C0C-41A9281F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9" name="Right Arrow 3">
            <a:extLst>
              <a:ext uri="{FF2B5EF4-FFF2-40B4-BE49-F238E27FC236}">
                <a16:creationId xmlns:a16="http://schemas.microsoft.com/office/drawing/2014/main" id="{28E3E14E-51FB-4677-B0CB-C97F2B5BA864}"/>
              </a:ext>
            </a:extLst>
          </p:cNvPr>
          <p:cNvSpPr/>
          <p:nvPr/>
        </p:nvSpPr>
        <p:spPr>
          <a:xfrm>
            <a:off x="3716773" y="3825171"/>
            <a:ext cx="1658983" cy="1650742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en-US" sz="1600" dirty="0">
                <a:solidFill>
                  <a:schemeClr val="tx1"/>
                </a:solidFill>
              </a:rPr>
              <a:t>Groups allocated topic</a:t>
            </a:r>
          </a:p>
        </p:txBody>
      </p:sp>
      <p:sp>
        <p:nvSpPr>
          <p:cNvPr id="12" name="Right Arrow 5">
            <a:extLst>
              <a:ext uri="{FF2B5EF4-FFF2-40B4-BE49-F238E27FC236}">
                <a16:creationId xmlns:a16="http://schemas.microsoft.com/office/drawing/2014/main" id="{59C3282A-C050-4F48-8D9C-FE249AEEDF7E}"/>
              </a:ext>
            </a:extLst>
          </p:cNvPr>
          <p:cNvSpPr/>
          <p:nvPr/>
        </p:nvSpPr>
        <p:spPr>
          <a:xfrm>
            <a:off x="7002778" y="3598605"/>
            <a:ext cx="1554480" cy="2139851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en-US" sz="1600" dirty="0">
                <a:solidFill>
                  <a:schemeClr val="tx1"/>
                </a:solidFill>
              </a:rPr>
              <a:t>Team Write Summary and Plan</a:t>
            </a:r>
          </a:p>
        </p:txBody>
      </p:sp>
      <p:sp>
        <p:nvSpPr>
          <p:cNvPr id="13" name="Right Arrow 6">
            <a:extLst>
              <a:ext uri="{FF2B5EF4-FFF2-40B4-BE49-F238E27FC236}">
                <a16:creationId xmlns:a16="http://schemas.microsoft.com/office/drawing/2014/main" id="{AACD5108-B991-40A9-B0C7-1899F2922FAC}"/>
              </a:ext>
            </a:extLst>
          </p:cNvPr>
          <p:cNvSpPr/>
          <p:nvPr/>
        </p:nvSpPr>
        <p:spPr>
          <a:xfrm>
            <a:off x="8686796" y="4069725"/>
            <a:ext cx="1554480" cy="1161633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en-US" sz="1600" dirty="0">
                <a:solidFill>
                  <a:schemeClr val="tx1"/>
                </a:solidFill>
              </a:rPr>
              <a:t>Teams get  feedback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9A3257-47E3-479E-ADFF-6D2F58E54683}"/>
              </a:ext>
            </a:extLst>
          </p:cNvPr>
          <p:cNvCxnSpPr>
            <a:cxnSpLocks/>
          </p:cNvCxnSpPr>
          <p:nvPr/>
        </p:nvCxnSpPr>
        <p:spPr bwMode="auto">
          <a:xfrm>
            <a:off x="6875518" y="3449265"/>
            <a:ext cx="0" cy="2139100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003648-AD6E-40F5-877D-E792AEFFD54F}"/>
              </a:ext>
            </a:extLst>
          </p:cNvPr>
          <p:cNvSpPr txBox="1"/>
          <p:nvPr/>
        </p:nvSpPr>
        <p:spPr>
          <a:xfrm>
            <a:off x="6480192" y="5588365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</a:t>
            </a:r>
          </a:p>
          <a:p>
            <a:r>
              <a:rPr lang="en-US" dirty="0"/>
              <a:t>Hand-in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DA0FE1-A8C4-464B-BD79-FBE8B885385A}"/>
              </a:ext>
            </a:extLst>
          </p:cNvPr>
          <p:cNvCxnSpPr>
            <a:cxnSpLocks/>
          </p:cNvCxnSpPr>
          <p:nvPr/>
        </p:nvCxnSpPr>
        <p:spPr bwMode="auto">
          <a:xfrm>
            <a:off x="8593771" y="3449265"/>
            <a:ext cx="0" cy="2139100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3CD563-0887-4C82-A712-9E29BD29487F}"/>
              </a:ext>
            </a:extLst>
          </p:cNvPr>
          <p:cNvSpPr txBox="1"/>
          <p:nvPr/>
        </p:nvSpPr>
        <p:spPr>
          <a:xfrm>
            <a:off x="8198445" y="5588365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</a:t>
            </a:r>
          </a:p>
          <a:p>
            <a:r>
              <a:rPr lang="en-US" dirty="0"/>
              <a:t>Hand-in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EB844-53FC-465A-A373-07B9A38F801E}"/>
              </a:ext>
            </a:extLst>
          </p:cNvPr>
          <p:cNvSpPr txBox="1"/>
          <p:nvPr/>
        </p:nvSpPr>
        <p:spPr>
          <a:xfrm>
            <a:off x="2796228" y="3167172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BF41A2-3960-47D8-858D-23F91CE4DEFC}"/>
              </a:ext>
            </a:extLst>
          </p:cNvPr>
          <p:cNvSpPr txBox="1"/>
          <p:nvPr/>
        </p:nvSpPr>
        <p:spPr>
          <a:xfrm>
            <a:off x="7310785" y="3173047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F48B05-CCE9-4D61-9C99-7D0AC5F42CD8}"/>
              </a:ext>
            </a:extLst>
          </p:cNvPr>
          <p:cNvSpPr txBox="1"/>
          <p:nvPr/>
        </p:nvSpPr>
        <p:spPr>
          <a:xfrm>
            <a:off x="8952606" y="3173047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22</a:t>
            </a:r>
          </a:p>
        </p:txBody>
      </p:sp>
      <p:sp>
        <p:nvSpPr>
          <p:cNvPr id="21" name="Right Arrow 3">
            <a:extLst>
              <a:ext uri="{FF2B5EF4-FFF2-40B4-BE49-F238E27FC236}">
                <a16:creationId xmlns:a16="http://schemas.microsoft.com/office/drawing/2014/main" id="{3770BE8F-C221-4B8E-9ABE-8B0625916E27}"/>
              </a:ext>
            </a:extLst>
          </p:cNvPr>
          <p:cNvSpPr/>
          <p:nvPr/>
        </p:nvSpPr>
        <p:spPr>
          <a:xfrm>
            <a:off x="1801932" y="3598605"/>
            <a:ext cx="1658983" cy="2139851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en-US" sz="1600" dirty="0">
                <a:solidFill>
                  <a:schemeClr val="tx1"/>
                </a:solidFill>
              </a:rPr>
              <a:t>Groups released &amp; confirmed</a:t>
            </a:r>
          </a:p>
          <a:p>
            <a:pPr algn="ctr" eaLnBrk="1" hangingPunct="1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705D3C-7586-D741-CC14-EC6D8B11A4FF}"/>
              </a:ext>
            </a:extLst>
          </p:cNvPr>
          <p:cNvCxnSpPr>
            <a:cxnSpLocks/>
          </p:cNvCxnSpPr>
          <p:nvPr/>
        </p:nvCxnSpPr>
        <p:spPr bwMode="auto">
          <a:xfrm>
            <a:off x="5545771" y="3536504"/>
            <a:ext cx="0" cy="2139100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9022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53EFCB-3C5A-4DCF-9C0C-41A9281F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22" name="Right Arrow 10">
            <a:extLst>
              <a:ext uri="{FF2B5EF4-FFF2-40B4-BE49-F238E27FC236}">
                <a16:creationId xmlns:a16="http://schemas.microsoft.com/office/drawing/2014/main" id="{14D9FE69-A3DB-4F2B-9F0C-E2203E736892}"/>
              </a:ext>
            </a:extLst>
          </p:cNvPr>
          <p:cNvSpPr/>
          <p:nvPr/>
        </p:nvSpPr>
        <p:spPr>
          <a:xfrm>
            <a:off x="2882475" y="3983593"/>
            <a:ext cx="2543992" cy="1161633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eaLnBrk="1" hangingPunct="1"/>
            <a:r>
              <a:rPr lang="en-US" sz="1600" dirty="0">
                <a:solidFill>
                  <a:schemeClr val="tx1"/>
                </a:solidFill>
              </a:rPr>
              <a:t>Team Produce Final Presentation &amp; hand-in</a:t>
            </a:r>
          </a:p>
        </p:txBody>
      </p:sp>
      <p:sp>
        <p:nvSpPr>
          <p:cNvPr id="23" name="Content Placeholder 11">
            <a:extLst>
              <a:ext uri="{FF2B5EF4-FFF2-40B4-BE49-F238E27FC236}">
                <a16:creationId xmlns:a16="http://schemas.microsoft.com/office/drawing/2014/main" id="{5AAEF8DE-9343-4C11-BCE9-8A0C76AB63BD}"/>
              </a:ext>
            </a:extLst>
          </p:cNvPr>
          <p:cNvSpPr txBox="1">
            <a:spLocks/>
          </p:cNvSpPr>
          <p:nvPr/>
        </p:nvSpPr>
        <p:spPr>
          <a:xfrm>
            <a:off x="5661053" y="3767802"/>
            <a:ext cx="2994116" cy="672525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/>
                </a:solidFill>
              </a:rPr>
              <a:t>Team Make Presentation </a:t>
            </a:r>
          </a:p>
        </p:txBody>
      </p:sp>
      <p:sp>
        <p:nvSpPr>
          <p:cNvPr id="24" name="Content Placeholder 11">
            <a:extLst>
              <a:ext uri="{FF2B5EF4-FFF2-40B4-BE49-F238E27FC236}">
                <a16:creationId xmlns:a16="http://schemas.microsoft.com/office/drawing/2014/main" id="{98969355-EC71-4C99-9C1B-B256F23694AD}"/>
              </a:ext>
            </a:extLst>
          </p:cNvPr>
          <p:cNvSpPr txBox="1">
            <a:spLocks/>
          </p:cNvSpPr>
          <p:nvPr/>
        </p:nvSpPr>
        <p:spPr bwMode="auto">
          <a:xfrm>
            <a:off x="5661053" y="4464287"/>
            <a:ext cx="2994116" cy="1161633"/>
          </a:xfrm>
          <a:prstGeom prst="rightArrow">
            <a:avLst/>
          </a:prstGeom>
          <a:solidFill>
            <a:schemeClr val="bg2">
              <a:lumMod val="40000"/>
              <a:lumOff val="60000"/>
              <a:alpha val="38000"/>
            </a:schemeClr>
          </a:solidFill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0"/>
              </a:spcBef>
              <a:spcAft>
                <a:spcPct val="70000"/>
              </a:spcAft>
              <a:buChar char="•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811213" indent="-28892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–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27188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600" kern="0" dirty="0">
                <a:solidFill>
                  <a:schemeClr val="tx1"/>
                </a:solidFill>
              </a:rPr>
              <a:t>Team Peer Review other presentations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1A10600-263F-4FCD-BB3C-952698430528}"/>
              </a:ext>
            </a:extLst>
          </p:cNvPr>
          <p:cNvCxnSpPr>
            <a:cxnSpLocks/>
          </p:cNvCxnSpPr>
          <p:nvPr/>
        </p:nvCxnSpPr>
        <p:spPr bwMode="auto">
          <a:xfrm>
            <a:off x="5481269" y="3457330"/>
            <a:ext cx="0" cy="2139100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E9D306-1B5C-4E6D-936D-B209C07B2E3F}"/>
              </a:ext>
            </a:extLst>
          </p:cNvPr>
          <p:cNvSpPr txBox="1"/>
          <p:nvPr/>
        </p:nvSpPr>
        <p:spPr>
          <a:xfrm>
            <a:off x="3268138" y="3184098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AE69EE-257C-437E-9403-BBDCC62A56E0}"/>
              </a:ext>
            </a:extLst>
          </p:cNvPr>
          <p:cNvSpPr/>
          <p:nvPr/>
        </p:nvSpPr>
        <p:spPr>
          <a:xfrm>
            <a:off x="5115805" y="5728552"/>
            <a:ext cx="980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Team</a:t>
            </a:r>
          </a:p>
          <a:p>
            <a:r>
              <a:rPr lang="en-US" dirty="0"/>
              <a:t>Hand-in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565ED-4DA6-4400-84F2-A6B4B1DC9FAC}"/>
              </a:ext>
            </a:extLst>
          </p:cNvPr>
          <p:cNvSpPr txBox="1"/>
          <p:nvPr/>
        </p:nvSpPr>
        <p:spPr>
          <a:xfrm>
            <a:off x="6416956" y="3166109"/>
            <a:ext cx="139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Weeks 24-26</a:t>
            </a:r>
          </a:p>
        </p:txBody>
      </p:sp>
    </p:spTree>
    <p:extLst>
      <p:ext uri="{BB962C8B-B14F-4D97-AF65-F5344CB8AC3E}">
        <p14:creationId xmlns:p14="http://schemas.microsoft.com/office/powerpoint/2010/main" val="248219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Presentation FAQs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>
            <a:normAutofit/>
          </a:bodyPr>
          <a:lstStyle/>
          <a:p>
            <a:pPr marL="0"/>
            <a:r>
              <a:rPr lang="en-GB" sz="2400" dirty="0"/>
              <a:t>The presentation timetable will be published on </a:t>
            </a:r>
            <a:r>
              <a:rPr lang="en-GB" sz="2400" b="1" dirty="0"/>
              <a:t>Moodle.</a:t>
            </a:r>
          </a:p>
          <a:p>
            <a:r>
              <a:rPr lang="en-GB" sz="2400" dirty="0"/>
              <a:t>Presentations last 10 minutes + 5 minutes for questions from the audience</a:t>
            </a:r>
          </a:p>
          <a:p>
            <a:r>
              <a:rPr lang="en-GB" sz="2400" dirty="0"/>
              <a:t>Presentations will be in the lab space</a:t>
            </a:r>
          </a:p>
          <a:p>
            <a:r>
              <a:rPr lang="en-GB" sz="2400" dirty="0"/>
              <a:t>There may be some immediate feedback if time allows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62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Presentation FAQs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dirty="0"/>
              <a:t>You have hand-ins prior to the presentation - to pace you through the work</a:t>
            </a:r>
          </a:p>
          <a:p>
            <a:pPr lvl="1"/>
            <a:r>
              <a:rPr lang="en-GB" dirty="0"/>
              <a:t>By Friday 13</a:t>
            </a:r>
            <a:r>
              <a:rPr lang="en-GB" baseline="30000" dirty="0"/>
              <a:t>th</a:t>
            </a:r>
            <a:r>
              <a:rPr lang="en-GB" dirty="0"/>
              <a:t> February 4pm: Summary &amp; Plan;</a:t>
            </a:r>
          </a:p>
          <a:p>
            <a:pPr lvl="1"/>
            <a:r>
              <a:rPr lang="en-GB" dirty="0"/>
              <a:t>By Friday 7</a:t>
            </a:r>
            <a:r>
              <a:rPr lang="en-GB" baseline="30000" dirty="0"/>
              <a:t>th</a:t>
            </a:r>
            <a:r>
              <a:rPr lang="en-GB" dirty="0"/>
              <a:t> March: Complete set of slides (videos must ne replaced with links).</a:t>
            </a:r>
          </a:p>
          <a:p>
            <a:pPr lvl="1"/>
            <a:r>
              <a:rPr lang="en-GB" dirty="0"/>
              <a:t>Each person in the group must hand-in.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59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Presentation FAQs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>
            <a:normAutofit lnSpcReduction="10000"/>
          </a:bodyPr>
          <a:lstStyle/>
          <a:p>
            <a:r>
              <a:rPr lang="en-GB" dirty="0"/>
              <a:t>Presentations can be compiled using </a:t>
            </a:r>
            <a:r>
              <a:rPr lang="en-GB" dirty="0" err="1"/>
              <a:t>powerpoint</a:t>
            </a:r>
            <a:r>
              <a:rPr lang="en-GB" dirty="0"/>
              <a:t> or similar</a:t>
            </a:r>
          </a:p>
          <a:p>
            <a:r>
              <a:rPr lang="en-GB" dirty="0"/>
              <a:t>Final hand-in will be at the end of the week prior to the presentations (end of week 23)</a:t>
            </a:r>
          </a:p>
          <a:p>
            <a:r>
              <a:rPr lang="en-GB" dirty="0"/>
              <a:t>Each slide set must have a first slide including the title, group number and photo;</a:t>
            </a:r>
          </a:p>
          <a:p>
            <a:r>
              <a:rPr lang="en-GB" dirty="0"/>
              <a:t>All participants in the group must be clearly identified;</a:t>
            </a:r>
          </a:p>
          <a:p>
            <a:r>
              <a:rPr lang="en-GB" dirty="0"/>
              <a:t>Presentations will be made during weeks 24, 25 and 26</a:t>
            </a:r>
          </a:p>
          <a:p>
            <a:r>
              <a:rPr lang="en-GB" b="1" dirty="0"/>
              <a:t>Every group participant will make a contribution.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2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Presentation FAQs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>
            <a:normAutofit fontScale="47500" lnSpcReduction="20000"/>
          </a:bodyPr>
          <a:lstStyle/>
          <a:p>
            <a:r>
              <a:rPr lang="en-GB" sz="6400" b="1" dirty="0"/>
              <a:t>Marks are:</a:t>
            </a:r>
          </a:p>
          <a:p>
            <a:pPr lvl="1"/>
            <a:r>
              <a:rPr lang="en-GB" sz="5600" dirty="0"/>
              <a:t>10% from Interim Hand-in;</a:t>
            </a:r>
          </a:p>
          <a:p>
            <a:pPr lvl="1"/>
            <a:r>
              <a:rPr lang="en-GB" sz="5600" dirty="0"/>
              <a:t>80% from Presentation;</a:t>
            </a:r>
          </a:p>
          <a:p>
            <a:pPr lvl="1"/>
            <a:r>
              <a:rPr lang="en-GB" sz="5600" dirty="0"/>
              <a:t>10% Your contribution to Peer Reviews;</a:t>
            </a:r>
          </a:p>
          <a:p>
            <a:r>
              <a:rPr lang="en-GB" sz="6400" dirty="0"/>
              <a:t>Interim hand-in:</a:t>
            </a:r>
          </a:p>
          <a:p>
            <a:pPr lvl="1"/>
            <a:r>
              <a:rPr lang="en-GB" sz="6000" dirty="0"/>
              <a:t>Feedback on your interim hand-in will be a mark and a summative comment.</a:t>
            </a:r>
          </a:p>
          <a:p>
            <a:pPr lvl="1"/>
            <a:r>
              <a:rPr lang="en-GB" sz="6000" dirty="0"/>
              <a:t>There will also be general </a:t>
            </a:r>
            <a:r>
              <a:rPr lang="en-GB" sz="6000" i="1" dirty="0"/>
              <a:t>whole class feedback;</a:t>
            </a:r>
          </a:p>
          <a:p>
            <a:pPr lvl="1"/>
            <a:r>
              <a:rPr lang="en-GB" sz="6000" dirty="0"/>
              <a:t>Everyone must hand in a plan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800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Presentation FAQs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GB" sz="6400" dirty="0"/>
              <a:t>Presentations will be marked by course lecturers (80%) </a:t>
            </a:r>
            <a:r>
              <a:rPr lang="en-GB" sz="5600" dirty="0"/>
              <a:t>using the published marking scheme in Moodle;</a:t>
            </a:r>
          </a:p>
          <a:p>
            <a:pPr lvl="1"/>
            <a:r>
              <a:rPr lang="en-GB" sz="5600" dirty="0"/>
              <a:t>This will produce a group mark.</a:t>
            </a:r>
          </a:p>
          <a:p>
            <a:r>
              <a:rPr lang="en-GB" sz="6400" dirty="0"/>
              <a:t>Time permitting, you will be given immediate direct verbal feedback as a group:</a:t>
            </a:r>
          </a:p>
          <a:p>
            <a:pPr lvl="1"/>
            <a:r>
              <a:rPr lang="en-GB" sz="6000" dirty="0"/>
              <a:t>after the presentation and during the allocated presentation slot;</a:t>
            </a:r>
          </a:p>
          <a:p>
            <a:pPr lvl="1"/>
            <a:r>
              <a:rPr lang="en-GB" sz="6000" dirty="0"/>
              <a:t>and written feedback later.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Presentation FAQs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>
            <a:normAutofit fontScale="40000" lnSpcReduction="20000"/>
          </a:bodyPr>
          <a:lstStyle/>
          <a:p>
            <a:r>
              <a:rPr lang="en-GB" sz="6400" dirty="0"/>
              <a:t>You will also gain a further contributory individual mark by participating in the review process, for which you will be allocated a slot;</a:t>
            </a:r>
          </a:p>
          <a:p>
            <a:r>
              <a:rPr lang="en-GB" sz="6400" dirty="0"/>
              <a:t>You will use the standard mark sheet to create your review mark;</a:t>
            </a:r>
          </a:p>
          <a:p>
            <a:r>
              <a:rPr lang="en-GB" sz="6400" dirty="0"/>
              <a:t>You will submit your marks online via Moodle;</a:t>
            </a:r>
          </a:p>
          <a:p>
            <a:r>
              <a:rPr lang="en-GB" sz="6400" dirty="0"/>
              <a:t>The quality of your peer review will be marked;</a:t>
            </a:r>
          </a:p>
          <a:p>
            <a:r>
              <a:rPr lang="en-GB" sz="6400" dirty="0"/>
              <a:t>You are welcome to attend any of the presentations; </a:t>
            </a:r>
          </a:p>
          <a:p>
            <a:r>
              <a:rPr lang="en-GB" sz="6400" dirty="0"/>
              <a:t>All of them are relevant to your studies!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147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Why Peer Review?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0D8B9955-AAC1-4F09-8293-670F11B20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650927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562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425A9D-FF99-4F82-B72F-FC503967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GB" sz="4000">
                <a:solidFill>
                  <a:srgbClr val="FFFFFF"/>
                </a:solidFill>
              </a:rPr>
              <a:t>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8E2D-F6D6-4191-B7E1-A29BAC253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Check the Moodle pages;</a:t>
            </a:r>
          </a:p>
          <a:p>
            <a:r>
              <a:rPr lang="en-GB" sz="2400" dirty="0">
                <a:solidFill>
                  <a:srgbClr val="000000"/>
                </a:solidFill>
              </a:rPr>
              <a:t>Do your own background reading on how to present effectively;</a:t>
            </a:r>
          </a:p>
          <a:p>
            <a:r>
              <a:rPr lang="en-GB" sz="2400" dirty="0">
                <a:solidFill>
                  <a:srgbClr val="000000"/>
                </a:solidFill>
              </a:rPr>
              <a:t>Get motivated! </a:t>
            </a:r>
            <a:r>
              <a:rPr lang="en-GB" sz="2400" dirty="0">
                <a:solidFill>
                  <a:srgbClr val="000000"/>
                </a:solidFill>
                <a:hlinkClick r:id="rId3"/>
              </a:rPr>
              <a:t>https://youtu.be/UbCUTtzCic0</a:t>
            </a:r>
            <a:r>
              <a:rPr lang="en-GB" sz="2400" dirty="0">
                <a:solidFill>
                  <a:srgbClr val="000000"/>
                </a:solidFill>
              </a:rPr>
              <a:t> ;</a:t>
            </a:r>
          </a:p>
          <a:p>
            <a:r>
              <a:rPr lang="en-GB" sz="2400" dirty="0">
                <a:solidFill>
                  <a:srgbClr val="000000"/>
                </a:solidFill>
              </a:rPr>
              <a:t>Think about your audience;</a:t>
            </a:r>
          </a:p>
          <a:p>
            <a:r>
              <a:rPr lang="en-GB" sz="2400" dirty="0">
                <a:solidFill>
                  <a:srgbClr val="000000"/>
                </a:solidFill>
              </a:rPr>
              <a:t>Build a clear narrative structure </a:t>
            </a:r>
            <a:r>
              <a:rPr lang="en-GB" sz="2400" dirty="0">
                <a:solidFill>
                  <a:srgbClr val="000000"/>
                </a:solidFill>
                <a:hlinkClick r:id="rId4"/>
              </a:rPr>
              <a:t>https://www.youtube.com/watch?v=f7AfnJd55PI</a:t>
            </a:r>
            <a:r>
              <a:rPr lang="en-GB" sz="2400" dirty="0">
                <a:solidFill>
                  <a:srgbClr val="000000"/>
                </a:solidFill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070252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5112B3-A519-42FC-B8E6-AF01D35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Teamwork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07BDF-ABF7-4DFE-B7A7-0AA6090A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GB" dirty="0"/>
              <a:t>Get your team together asap</a:t>
            </a:r>
          </a:p>
          <a:p>
            <a:r>
              <a:rPr lang="en-GB" dirty="0"/>
              <a:t>Group or team work means working as a group together, at the same time</a:t>
            </a:r>
          </a:p>
          <a:p>
            <a:pPr lvl="1"/>
            <a:r>
              <a:rPr lang="en-GB" dirty="0"/>
              <a:t>Don’t allocate slides to individuals and leave them to get on with it</a:t>
            </a:r>
          </a:p>
          <a:p>
            <a:pPr lvl="1"/>
            <a:r>
              <a:rPr lang="en-GB" dirty="0"/>
              <a:t>Discuss and plan </a:t>
            </a:r>
            <a:r>
              <a:rPr lang="en-GB" i="1" dirty="0"/>
              <a:t>together</a:t>
            </a:r>
            <a:endParaRPr lang="en-GB" dirty="0"/>
          </a:p>
          <a:p>
            <a:pPr marL="53975" indent="0">
              <a:buNone/>
            </a:pPr>
            <a:r>
              <a:rPr lang="en-GB" dirty="0"/>
              <a:t>Understand that if your team has a weaker member our assessment will not be marking you down for this.  Rather it will be marking you up for how well you manage as a team. 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630DB003-8EFE-4058-82EE-4CFD336CD33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E6DDB795-BCBE-42C1-9A51-69EEA58DC70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824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7B21-1892-BF75-FFDD-C6052ACF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788E-6ADE-BB33-8384-475ADC166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Group planning</a:t>
            </a:r>
          </a:p>
          <a:p>
            <a:r>
              <a:rPr lang="en-GB" dirty="0"/>
              <a:t>How to work successfully as a team</a:t>
            </a:r>
          </a:p>
          <a:p>
            <a:r>
              <a:rPr lang="en-GB" dirty="0"/>
              <a:t>General feedback</a:t>
            </a:r>
          </a:p>
          <a:p>
            <a:r>
              <a:rPr lang="en-GB" dirty="0"/>
              <a:t>The peer review process</a:t>
            </a:r>
          </a:p>
        </p:txBody>
      </p:sp>
      <p:pic>
        <p:nvPicPr>
          <p:cNvPr id="5" name="Picture 4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CA54F65C-F1E2-3DD6-E29D-AAC04D9F9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418" y="1389098"/>
            <a:ext cx="5224392" cy="522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065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5.0"/>
  <p:tag name="PRESGUID" val="ead00b6a-f2ba-45a9-ab0d-824e6246a535"/>
  <p:tag name="EDITION" val="Meeto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MODE" val="&lt;?xml version=&quot;1.0&quot; encoding=&quot;utf-8&quot;?&gt;&lt;int&gt;0&lt;/int&gt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81307250E1A45A2F3FF6F39D48C28" ma:contentTypeVersion="12" ma:contentTypeDescription="Create a new document." ma:contentTypeScope="" ma:versionID="47286dfd12aa6377188f5877f7441f6e">
  <xsd:schema xmlns:xsd="http://www.w3.org/2001/XMLSchema" xmlns:xs="http://www.w3.org/2001/XMLSchema" xmlns:p="http://schemas.microsoft.com/office/2006/metadata/properties" xmlns:ns3="40ea3019-6f56-4e15-9bf6-563f1674eed4" xmlns:ns4="9486c676-855d-44ad-a70e-5f3f8a3ea044" targetNamespace="http://schemas.microsoft.com/office/2006/metadata/properties" ma:root="true" ma:fieldsID="101b1d051505065ba896fff53742835f" ns3:_="" ns4:_="">
    <xsd:import namespace="40ea3019-6f56-4e15-9bf6-563f1674eed4"/>
    <xsd:import namespace="9486c676-855d-44ad-a70e-5f3f8a3ea0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ea3019-6f56-4e15-9bf6-563f1674e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86c676-855d-44ad-a70e-5f3f8a3ea04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CB37F4-6D27-4D83-9E4F-90472C9D26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DDDEA49-094D-472B-9F72-AAC62D77F5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11BEC6-CCB4-4E1C-B758-0B4CA92CA3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ea3019-6f56-4e15-9bf6-563f1674eed4"/>
    <ds:schemaRef ds:uri="9486c676-855d-44ad-a70e-5f3f8a3ea0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733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 Light</vt:lpstr>
      <vt:lpstr>Arial</vt:lpstr>
      <vt:lpstr>Calibri</vt:lpstr>
      <vt:lpstr>Office Theme</vt:lpstr>
      <vt:lpstr>COMP1300</vt:lpstr>
      <vt:lpstr>PowerPoint Presentation</vt:lpstr>
      <vt:lpstr>Objectives</vt:lpstr>
      <vt:lpstr>Coursework Guidance</vt:lpstr>
      <vt:lpstr>Timeline</vt:lpstr>
      <vt:lpstr>Timeline</vt:lpstr>
      <vt:lpstr>Presentation FAQs</vt:lpstr>
      <vt:lpstr>Presentation FAQs</vt:lpstr>
      <vt:lpstr>Presentation FAQs</vt:lpstr>
      <vt:lpstr>Presentation FAQs</vt:lpstr>
      <vt:lpstr>Presentation FAQs</vt:lpstr>
      <vt:lpstr>Presentation FAQs</vt:lpstr>
      <vt:lpstr>Why Peer Review?</vt:lpstr>
      <vt:lpstr>Guidance</vt:lpstr>
      <vt:lpstr>Teamwork</vt:lpstr>
      <vt:lpstr>Future Lectures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COMP1205</dc:title>
  <dc:creator>Sarah Hewitt</dc:creator>
  <cp:lastModifiedBy>Sarah Hewitt</cp:lastModifiedBy>
  <cp:revision>15</cp:revision>
  <dcterms:created xsi:type="dcterms:W3CDTF">2020-10-17T16:25:57Z</dcterms:created>
  <dcterms:modified xsi:type="dcterms:W3CDTF">2025-01-27T12:14:27Z</dcterms:modified>
</cp:coreProperties>
</file>